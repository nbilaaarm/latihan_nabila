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58" r:id="rId3"/>
    <p:sldId id="478" r:id="rId4"/>
    <p:sldId id="479" r:id="rId5"/>
    <p:sldId id="480" r:id="rId6"/>
    <p:sldId id="464" r:id="rId7"/>
    <p:sldId id="481" r:id="rId8"/>
    <p:sldId id="484" r:id="rId9"/>
    <p:sldId id="482" r:id="rId10"/>
    <p:sldId id="483" r:id="rId11"/>
    <p:sldId id="485" r:id="rId12"/>
    <p:sldId id="2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43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A795"/>
    <a:srgbClr val="C55A11"/>
    <a:srgbClr val="A1BFF7"/>
    <a:srgbClr val="F26622"/>
    <a:srgbClr val="2F9BBD"/>
    <a:srgbClr val="0F459A"/>
    <a:srgbClr val="45C2C2"/>
    <a:srgbClr val="1C79B0"/>
    <a:srgbClr val="3C87B9"/>
    <a:srgbClr val="DA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E1BE3B-E24F-4588-BF82-16CFE3595115}" v="3166" dt="2019-01-15T06:31:05.507"/>
    <p1510:client id="{E893A3DF-D472-48A4-958A-A04C3C4F61B6}" v="519" dt="2019-01-15T05:41:12.2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94" y="96"/>
      </p:cViewPr>
      <p:guideLst>
        <p:guide pos="3840"/>
        <p:guide pos="432"/>
        <p:guide pos="727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atha Putri Adwitya" userId="4a150f15a537df7f" providerId="Windows Live" clId="Web-{ED0E3C78-FFA3-4DD6-B175-28FD2CFFFD01}"/>
    <pc:docChg chg="modSld">
      <pc:chgData name="Agatha Putri Adwitya" userId="4a150f15a537df7f" providerId="Windows Live" clId="Web-{ED0E3C78-FFA3-4DD6-B175-28FD2CFFFD01}" dt="2019-01-13T06:51:24.695" v="4" actId="1076"/>
      <pc:docMkLst>
        <pc:docMk/>
      </pc:docMkLst>
      <pc:sldChg chg="addSp delSp modSp delAnim">
        <pc:chgData name="Agatha Putri Adwitya" userId="4a150f15a537df7f" providerId="Windows Live" clId="Web-{ED0E3C78-FFA3-4DD6-B175-28FD2CFFFD01}" dt="2019-01-13T06:51:24.695" v="4" actId="1076"/>
        <pc:sldMkLst>
          <pc:docMk/>
          <pc:sldMk cId="2439319712" sldId="294"/>
        </pc:sldMkLst>
        <pc:picChg chg="add mod">
          <ac:chgData name="Agatha Putri Adwitya" userId="4a150f15a537df7f" providerId="Windows Live" clId="Web-{ED0E3C78-FFA3-4DD6-B175-28FD2CFFFD01}" dt="2019-01-13T06:51:24.695" v="4" actId="1076"/>
          <ac:picMkLst>
            <pc:docMk/>
            <pc:sldMk cId="2439319712" sldId="294"/>
            <ac:picMk id="2" creationId="{E3F9329F-66D5-49D7-A1B9-631948858167}"/>
          </ac:picMkLst>
        </pc:picChg>
        <pc:picChg chg="del">
          <ac:chgData name="Agatha Putri Adwitya" userId="4a150f15a537df7f" providerId="Windows Live" clId="Web-{ED0E3C78-FFA3-4DD6-B175-28FD2CFFFD01}" dt="2019-01-13T06:48:40.318" v="0"/>
          <ac:picMkLst>
            <pc:docMk/>
            <pc:sldMk cId="2439319712" sldId="294"/>
            <ac:picMk id="3" creationId="{3EA03C10-2D4A-4024-A723-2A4BA6227232}"/>
          </ac:picMkLst>
        </pc:picChg>
      </pc:sldChg>
    </pc:docChg>
  </pc:docChgLst>
  <pc:docChgLst>
    <pc:chgData name="Lia Lia" userId="48f4c3d9d83e1c0a" providerId="LiveId" clId="{A299A4A7-9AC9-4356-865E-E64AC913DA2C}"/>
    <pc:docChg chg="undo custSel addSld delSld modSld sldOrd">
      <pc:chgData name="Lia Lia" userId="48f4c3d9d83e1c0a" providerId="LiveId" clId="{A299A4A7-9AC9-4356-865E-E64AC913DA2C}" dt="2019-01-13T09:02:01.217" v="2082"/>
      <pc:docMkLst>
        <pc:docMk/>
      </pc:docMkLst>
      <pc:sldChg chg="modNotesTx">
        <pc:chgData name="Lia Lia" userId="48f4c3d9d83e1c0a" providerId="LiveId" clId="{A299A4A7-9AC9-4356-865E-E64AC913DA2C}" dt="2019-01-13T03:29:02.761" v="486" actId="20577"/>
        <pc:sldMkLst>
          <pc:docMk/>
          <pc:sldMk cId="4287738057" sldId="292"/>
        </pc:sldMkLst>
      </pc:sldChg>
      <pc:sldChg chg="modNotesTx">
        <pc:chgData name="Lia Lia" userId="48f4c3d9d83e1c0a" providerId="LiveId" clId="{A299A4A7-9AC9-4356-865E-E64AC913DA2C}" dt="2019-01-13T06:14:54.031" v="1347" actId="6549"/>
        <pc:sldMkLst>
          <pc:docMk/>
          <pc:sldMk cId="2439319712" sldId="294"/>
        </pc:sldMkLst>
      </pc:sldChg>
      <pc:sldChg chg="modNotesTx">
        <pc:chgData name="Lia Lia" userId="48f4c3d9d83e1c0a" providerId="LiveId" clId="{A299A4A7-9AC9-4356-865E-E64AC913DA2C}" dt="2019-01-13T03:44:37.192" v="973" actId="20577"/>
        <pc:sldMkLst>
          <pc:docMk/>
          <pc:sldMk cId="2838204855" sldId="295"/>
        </pc:sldMkLst>
      </pc:sldChg>
      <pc:sldChg chg="modNotesTx">
        <pc:chgData name="Lia Lia" userId="48f4c3d9d83e1c0a" providerId="LiveId" clId="{A299A4A7-9AC9-4356-865E-E64AC913DA2C}" dt="2019-01-13T03:41:54.669" v="887" actId="20577"/>
        <pc:sldMkLst>
          <pc:docMk/>
          <pc:sldMk cId="2168297476" sldId="349"/>
        </pc:sldMkLst>
      </pc:sldChg>
      <pc:sldChg chg="modNotesTx">
        <pc:chgData name="Lia Lia" userId="48f4c3d9d83e1c0a" providerId="LiveId" clId="{A299A4A7-9AC9-4356-865E-E64AC913DA2C}" dt="2019-01-13T03:48:39.134" v="981" actId="20577"/>
        <pc:sldMkLst>
          <pc:docMk/>
          <pc:sldMk cId="2205826144" sldId="354"/>
        </pc:sldMkLst>
      </pc:sldChg>
      <pc:sldChg chg="modSp">
        <pc:chgData name="Lia Lia" userId="48f4c3d9d83e1c0a" providerId="LiveId" clId="{A299A4A7-9AC9-4356-865E-E64AC913DA2C}" dt="2019-01-13T07:01:09.881" v="2003" actId="20577"/>
        <pc:sldMkLst>
          <pc:docMk/>
          <pc:sldMk cId="4252591323" sldId="358"/>
        </pc:sldMkLst>
        <pc:graphicFrameChg chg="modGraphic">
          <ac:chgData name="Lia Lia" userId="48f4c3d9d83e1c0a" providerId="LiveId" clId="{A299A4A7-9AC9-4356-865E-E64AC913DA2C}" dt="2019-01-13T07:01:09.881" v="2003" actId="20577"/>
          <ac:graphicFrameMkLst>
            <pc:docMk/>
            <pc:sldMk cId="4252591323" sldId="358"/>
            <ac:graphicFrameMk id="2" creationId="{59CB9E68-CE8F-4874-A209-F483F5DEF445}"/>
          </ac:graphicFrameMkLst>
        </pc:graphicFrameChg>
      </pc:sldChg>
      <pc:sldChg chg="modSp">
        <pc:chgData name="Lia Lia" userId="48f4c3d9d83e1c0a" providerId="LiveId" clId="{A299A4A7-9AC9-4356-865E-E64AC913DA2C}" dt="2019-01-13T07:03:44.036" v="2042" actId="20577"/>
        <pc:sldMkLst>
          <pc:docMk/>
          <pc:sldMk cId="1362740634" sldId="360"/>
        </pc:sldMkLst>
        <pc:graphicFrameChg chg="modGraphic">
          <ac:chgData name="Lia Lia" userId="48f4c3d9d83e1c0a" providerId="LiveId" clId="{A299A4A7-9AC9-4356-865E-E64AC913DA2C}" dt="2019-01-13T07:03:44.036" v="2042" actId="20577"/>
          <ac:graphicFrameMkLst>
            <pc:docMk/>
            <pc:sldMk cId="1362740634" sldId="360"/>
            <ac:graphicFrameMk id="2" creationId="{E6248431-3F52-4487-B2BE-D11B79C71D6E}"/>
          </ac:graphicFrameMkLst>
        </pc:graphicFrameChg>
      </pc:sldChg>
      <pc:sldChg chg="modSp">
        <pc:chgData name="Lia Lia" userId="48f4c3d9d83e1c0a" providerId="LiveId" clId="{A299A4A7-9AC9-4356-865E-E64AC913DA2C}" dt="2019-01-13T07:02:07.709" v="2034" actId="1076"/>
        <pc:sldMkLst>
          <pc:docMk/>
          <pc:sldMk cId="868094109" sldId="362"/>
        </pc:sldMkLst>
        <pc:spChg chg="mod">
          <ac:chgData name="Lia Lia" userId="48f4c3d9d83e1c0a" providerId="LiveId" clId="{A299A4A7-9AC9-4356-865E-E64AC913DA2C}" dt="2019-01-13T07:02:07.709" v="2034" actId="1076"/>
          <ac:spMkLst>
            <pc:docMk/>
            <pc:sldMk cId="868094109" sldId="362"/>
            <ac:spMk id="31" creationId="{D3D1E01E-E4C6-4D97-AD76-8830B8E621E3}"/>
          </ac:spMkLst>
        </pc:spChg>
        <pc:graphicFrameChg chg="modGraphic">
          <ac:chgData name="Lia Lia" userId="48f4c3d9d83e1c0a" providerId="LiveId" clId="{A299A4A7-9AC9-4356-865E-E64AC913DA2C}" dt="2019-01-13T07:02:04.463" v="2033" actId="20577"/>
          <ac:graphicFrameMkLst>
            <pc:docMk/>
            <pc:sldMk cId="868094109" sldId="362"/>
            <ac:graphicFrameMk id="2" creationId="{F9B5E290-1C9A-4902-8D5C-9CEBE8E4488A}"/>
          </ac:graphicFrameMkLst>
        </pc:graphicFrameChg>
      </pc:sldChg>
      <pc:sldChg chg="modNotesTx">
        <pc:chgData name="Lia Lia" userId="48f4c3d9d83e1c0a" providerId="LiveId" clId="{A299A4A7-9AC9-4356-865E-E64AC913DA2C}" dt="2019-01-13T04:46:19.741" v="982" actId="20577"/>
        <pc:sldMkLst>
          <pc:docMk/>
          <pc:sldMk cId="66977291" sldId="367"/>
        </pc:sldMkLst>
      </pc:sldChg>
      <pc:sldChg chg="modAnim">
        <pc:chgData name="Lia Lia" userId="48f4c3d9d83e1c0a" providerId="LiveId" clId="{A299A4A7-9AC9-4356-865E-E64AC913DA2C}" dt="2019-01-13T07:28:36.029" v="2043"/>
        <pc:sldMkLst>
          <pc:docMk/>
          <pc:sldMk cId="2891753002" sldId="412"/>
        </pc:sldMkLst>
      </pc:sldChg>
      <pc:sldChg chg="addSp delSp modSp delAnim modAnim modNotesTx">
        <pc:chgData name="Lia Lia" userId="48f4c3d9d83e1c0a" providerId="LiveId" clId="{A299A4A7-9AC9-4356-865E-E64AC913DA2C}" dt="2019-01-12T21:16:30.264" v="318" actId="478"/>
        <pc:sldMkLst>
          <pc:docMk/>
          <pc:sldMk cId="4196973999" sldId="417"/>
        </pc:sldMkLst>
        <pc:spChg chg="mod">
          <ac:chgData name="Lia Lia" userId="48f4c3d9d83e1c0a" providerId="LiveId" clId="{A299A4A7-9AC9-4356-865E-E64AC913DA2C}" dt="2019-01-12T21:14:55.880" v="312" actId="1076"/>
          <ac:spMkLst>
            <pc:docMk/>
            <pc:sldMk cId="4196973999" sldId="417"/>
            <ac:spMk id="11" creationId="{CB8082A3-E271-4660-AAAB-75800291BA8D}"/>
          </ac:spMkLst>
        </pc:spChg>
        <pc:spChg chg="mod">
          <ac:chgData name="Lia Lia" userId="48f4c3d9d83e1c0a" providerId="LiveId" clId="{A299A4A7-9AC9-4356-865E-E64AC913DA2C}" dt="2019-01-12T21:14:52.489" v="311" actId="14100"/>
          <ac:spMkLst>
            <pc:docMk/>
            <pc:sldMk cId="4196973999" sldId="417"/>
            <ac:spMk id="12" creationId="{CE17DE76-D079-4D43-BB8F-A88EACAFFC16}"/>
          </ac:spMkLst>
        </pc:spChg>
        <pc:grpChg chg="add del mod">
          <ac:chgData name="Lia Lia" userId="48f4c3d9d83e1c0a" providerId="LiveId" clId="{A299A4A7-9AC9-4356-865E-E64AC913DA2C}" dt="2019-01-12T21:16:30.264" v="318" actId="478"/>
          <ac:grpSpMkLst>
            <pc:docMk/>
            <pc:sldMk cId="4196973999" sldId="417"/>
            <ac:grpSpMk id="10" creationId="{FE8F6B4A-60A2-4622-9914-8635926CCBD1}"/>
          </ac:grpSpMkLst>
        </pc:grpChg>
      </pc:sldChg>
      <pc:sldChg chg="addSp delSp modSp add del modAnim">
        <pc:chgData name="Lia Lia" userId="48f4c3d9d83e1c0a" providerId="LiveId" clId="{A299A4A7-9AC9-4356-865E-E64AC913DA2C}" dt="2019-01-13T06:11:33.986" v="1323" actId="2696"/>
        <pc:sldMkLst>
          <pc:docMk/>
          <pc:sldMk cId="1340639164" sldId="438"/>
        </pc:sldMkLst>
        <pc:spChg chg="mod">
          <ac:chgData name="Lia Lia" userId="48f4c3d9d83e1c0a" providerId="LiveId" clId="{A299A4A7-9AC9-4356-865E-E64AC913DA2C}" dt="2019-01-13T06:07:27.026" v="1245" actId="1076"/>
          <ac:spMkLst>
            <pc:docMk/>
            <pc:sldMk cId="1340639164" sldId="438"/>
            <ac:spMk id="6" creationId="{79960AA3-FA77-4EC1-A442-1F7AC62AF748}"/>
          </ac:spMkLst>
        </pc:spChg>
        <pc:spChg chg="mod">
          <ac:chgData name="Lia Lia" userId="48f4c3d9d83e1c0a" providerId="LiveId" clId="{A299A4A7-9AC9-4356-865E-E64AC913DA2C}" dt="2019-01-13T06:07:52.411" v="1307" actId="1038"/>
          <ac:spMkLst>
            <pc:docMk/>
            <pc:sldMk cId="1340639164" sldId="438"/>
            <ac:spMk id="7" creationId="{714CD584-B1F0-4076-AA3C-B52C56FA9126}"/>
          </ac:spMkLst>
        </pc:spChg>
        <pc:picChg chg="add del mod">
          <ac:chgData name="Lia Lia" userId="48f4c3d9d83e1c0a" providerId="LiveId" clId="{A299A4A7-9AC9-4356-865E-E64AC913DA2C}" dt="2019-01-13T06:08:20.124" v="1310" actId="478"/>
          <ac:picMkLst>
            <pc:docMk/>
            <pc:sldMk cId="1340639164" sldId="438"/>
            <ac:picMk id="9" creationId="{01A77DF7-C8C9-4A09-A0F3-E2FABB719532}"/>
          </ac:picMkLst>
        </pc:picChg>
        <pc:picChg chg="add mod modCrop">
          <ac:chgData name="Lia Lia" userId="48f4c3d9d83e1c0a" providerId="LiveId" clId="{A299A4A7-9AC9-4356-865E-E64AC913DA2C}" dt="2019-01-13T06:09:31.645" v="1319" actId="14100"/>
          <ac:picMkLst>
            <pc:docMk/>
            <pc:sldMk cId="1340639164" sldId="438"/>
            <ac:picMk id="10" creationId="{AE2B80C7-A1E2-4B40-99CE-D962EB3827F1}"/>
          </ac:picMkLst>
        </pc:picChg>
        <pc:cxnChg chg="mod">
          <ac:chgData name="Lia Lia" userId="48f4c3d9d83e1c0a" providerId="LiveId" clId="{A299A4A7-9AC9-4356-865E-E64AC913DA2C}" dt="2019-01-13T06:07:31.892" v="1249" actId="1038"/>
          <ac:cxnSpMkLst>
            <pc:docMk/>
            <pc:sldMk cId="1340639164" sldId="438"/>
            <ac:cxnSpMk id="8" creationId="{1C1CBFA9-B350-4E46-AD08-523D05B46325}"/>
          </ac:cxnSpMkLst>
        </pc:cxnChg>
      </pc:sldChg>
      <pc:sldChg chg="addSp delSp modSp add del ord addAnim delAnim">
        <pc:chgData name="Lia Lia" userId="48f4c3d9d83e1c0a" providerId="LiveId" clId="{A299A4A7-9AC9-4356-865E-E64AC913DA2C}" dt="2019-01-13T06:07:06.699" v="1231" actId="2696"/>
        <pc:sldMkLst>
          <pc:docMk/>
          <pc:sldMk cId="1682002251" sldId="438"/>
        </pc:sldMkLst>
        <pc:picChg chg="add del">
          <ac:chgData name="Lia Lia" userId="48f4c3d9d83e1c0a" providerId="LiveId" clId="{A299A4A7-9AC9-4356-865E-E64AC913DA2C}" dt="2019-01-13T06:07:03.627" v="1230" actId="478"/>
          <ac:picMkLst>
            <pc:docMk/>
            <pc:sldMk cId="1682002251" sldId="438"/>
            <ac:picMk id="3" creationId="{53187394-5C58-4A5E-93BC-195339C8B9E3}"/>
          </ac:picMkLst>
        </pc:picChg>
        <pc:picChg chg="add del mod">
          <ac:chgData name="Lia Lia" userId="48f4c3d9d83e1c0a" providerId="LiveId" clId="{A299A4A7-9AC9-4356-865E-E64AC913DA2C}" dt="2019-01-13T06:07:01.612" v="1228"/>
          <ac:picMkLst>
            <pc:docMk/>
            <pc:sldMk cId="1682002251" sldId="438"/>
            <ac:picMk id="8" creationId="{7C743B81-0EC4-4C47-853D-0157B760DBEA}"/>
          </ac:picMkLst>
        </pc:picChg>
      </pc:sldChg>
      <pc:sldChg chg="addSp delSp modSp add addAnim delAnim modAnim modNotesTx">
        <pc:chgData name="Lia Lia" userId="48f4c3d9d83e1c0a" providerId="LiveId" clId="{A299A4A7-9AC9-4356-865E-E64AC913DA2C}" dt="2019-01-13T06:59:12.242" v="1979"/>
        <pc:sldMkLst>
          <pc:docMk/>
          <pc:sldMk cId="2428182959" sldId="439"/>
        </pc:sldMkLst>
        <pc:spChg chg="mod">
          <ac:chgData name="Lia Lia" userId="48f4c3d9d83e1c0a" providerId="LiveId" clId="{A299A4A7-9AC9-4356-865E-E64AC913DA2C}" dt="2019-01-13T06:27:19.591" v="1517" actId="255"/>
          <ac:spMkLst>
            <pc:docMk/>
            <pc:sldMk cId="2428182959" sldId="439"/>
            <ac:spMk id="6" creationId="{79960AA3-FA77-4EC1-A442-1F7AC62AF748}"/>
          </ac:spMkLst>
        </pc:spChg>
        <pc:spChg chg="add del">
          <ac:chgData name="Lia Lia" userId="48f4c3d9d83e1c0a" providerId="LiveId" clId="{A299A4A7-9AC9-4356-865E-E64AC913DA2C}" dt="2019-01-13T06:15:07.168" v="1349" actId="478"/>
          <ac:spMkLst>
            <pc:docMk/>
            <pc:sldMk cId="2428182959" sldId="439"/>
            <ac:spMk id="10" creationId="{FE610D06-2DEF-4E7B-A148-A54B3E6AB523}"/>
          </ac:spMkLst>
        </pc:spChg>
        <pc:spChg chg="add del mod">
          <ac:chgData name="Lia Lia" userId="48f4c3d9d83e1c0a" providerId="LiveId" clId="{A299A4A7-9AC9-4356-865E-E64AC913DA2C}" dt="2019-01-13T06:15:38.244" v="1383" actId="478"/>
          <ac:spMkLst>
            <pc:docMk/>
            <pc:sldMk cId="2428182959" sldId="439"/>
            <ac:spMk id="11" creationId="{B2E72B75-AE1E-4574-8055-3308DBF49BB3}"/>
          </ac:spMkLst>
        </pc:spChg>
        <pc:picChg chg="add del mod">
          <ac:chgData name="Lia Lia" userId="48f4c3d9d83e1c0a" providerId="LiveId" clId="{A299A4A7-9AC9-4356-865E-E64AC913DA2C}" dt="2019-01-13T06:23:40.054" v="1454" actId="478"/>
          <ac:picMkLst>
            <pc:docMk/>
            <pc:sldMk cId="2428182959" sldId="439"/>
            <ac:picMk id="2" creationId="{E3F9329F-66D5-49D7-A1B9-631948858167}"/>
          </ac:picMkLst>
        </pc:picChg>
        <pc:picChg chg="add mod modCrop">
          <ac:chgData name="Lia Lia" userId="48f4c3d9d83e1c0a" providerId="LiveId" clId="{A299A4A7-9AC9-4356-865E-E64AC913DA2C}" dt="2019-01-13T06:23:43.245" v="1455" actId="14100"/>
          <ac:picMkLst>
            <pc:docMk/>
            <pc:sldMk cId="2428182959" sldId="439"/>
            <ac:picMk id="9" creationId="{E29DCB3D-C0EA-4C33-AF73-90343311734D}"/>
          </ac:picMkLst>
        </pc:picChg>
        <pc:picChg chg="add mod modCrop">
          <ac:chgData name="Lia Lia" userId="48f4c3d9d83e1c0a" providerId="LiveId" clId="{A299A4A7-9AC9-4356-865E-E64AC913DA2C}" dt="2019-01-13T06:24:07.165" v="1469" actId="1036"/>
          <ac:picMkLst>
            <pc:docMk/>
            <pc:sldMk cId="2428182959" sldId="439"/>
            <ac:picMk id="12" creationId="{80389F47-09B9-447D-B915-053C7B6D23E1}"/>
          </ac:picMkLst>
        </pc:picChg>
        <pc:picChg chg="add mod modCrop">
          <ac:chgData name="Lia Lia" userId="48f4c3d9d83e1c0a" providerId="LiveId" clId="{A299A4A7-9AC9-4356-865E-E64AC913DA2C}" dt="2019-01-13T06:23:50.791" v="1458" actId="1038"/>
          <ac:picMkLst>
            <pc:docMk/>
            <pc:sldMk cId="2428182959" sldId="439"/>
            <ac:picMk id="15" creationId="{E50E77BA-6B95-4F69-8243-3946B6263468}"/>
          </ac:picMkLst>
        </pc:picChg>
        <pc:picChg chg="add del mod modCrop">
          <ac:chgData name="Lia Lia" userId="48f4c3d9d83e1c0a" providerId="LiveId" clId="{A299A4A7-9AC9-4356-865E-E64AC913DA2C}" dt="2019-01-13T06:23:09.767" v="1450" actId="478"/>
          <ac:picMkLst>
            <pc:docMk/>
            <pc:sldMk cId="2428182959" sldId="439"/>
            <ac:picMk id="16" creationId="{1E6FA018-1368-4865-A6EC-28BCA68F8940}"/>
          </ac:picMkLst>
        </pc:picChg>
        <pc:picChg chg="add mod modCrop">
          <ac:chgData name="Lia Lia" userId="48f4c3d9d83e1c0a" providerId="LiveId" clId="{A299A4A7-9AC9-4356-865E-E64AC913DA2C}" dt="2019-01-13T06:25:10.299" v="1476"/>
          <ac:picMkLst>
            <pc:docMk/>
            <pc:sldMk cId="2428182959" sldId="439"/>
            <ac:picMk id="17" creationId="{2CA157CE-25CE-4331-BC52-C5D154D8F7A6}"/>
          </ac:picMkLst>
        </pc:picChg>
        <pc:picChg chg="add del mod modCrop">
          <ac:chgData name="Lia Lia" userId="48f4c3d9d83e1c0a" providerId="LiveId" clId="{A299A4A7-9AC9-4356-865E-E64AC913DA2C}" dt="2019-01-13T06:25:46.449" v="1484" actId="478"/>
          <ac:picMkLst>
            <pc:docMk/>
            <pc:sldMk cId="2428182959" sldId="439"/>
            <ac:picMk id="18" creationId="{8AA5D8CD-ED5F-4AE7-8815-122F517D75ED}"/>
          </ac:picMkLst>
        </pc:picChg>
        <pc:picChg chg="add mod modCrop">
          <ac:chgData name="Lia Lia" userId="48f4c3d9d83e1c0a" providerId="LiveId" clId="{A299A4A7-9AC9-4356-865E-E64AC913DA2C}" dt="2019-01-13T06:26:16.859" v="1491" actId="1076"/>
          <ac:picMkLst>
            <pc:docMk/>
            <pc:sldMk cId="2428182959" sldId="439"/>
            <ac:picMk id="19" creationId="{8E44C66F-DA03-407B-8440-29D0A75A2E26}"/>
          </ac:picMkLst>
        </pc:picChg>
      </pc:sldChg>
      <pc:sldChg chg="addSp delSp modSp add delAnim modAnim modNotesTx">
        <pc:chgData name="Lia Lia" userId="48f4c3d9d83e1c0a" providerId="LiveId" clId="{A299A4A7-9AC9-4356-865E-E64AC913DA2C}" dt="2019-01-13T06:59:25.907" v="1980"/>
        <pc:sldMkLst>
          <pc:docMk/>
          <pc:sldMk cId="1968403007" sldId="440"/>
        </pc:sldMkLst>
        <pc:spChg chg="mod">
          <ac:chgData name="Lia Lia" userId="48f4c3d9d83e1c0a" providerId="LiveId" clId="{A299A4A7-9AC9-4356-865E-E64AC913DA2C}" dt="2019-01-13T06:32:07.313" v="1602" actId="20577"/>
          <ac:spMkLst>
            <pc:docMk/>
            <pc:sldMk cId="1968403007" sldId="440"/>
            <ac:spMk id="6" creationId="{79960AA3-FA77-4EC1-A442-1F7AC62AF748}"/>
          </ac:spMkLst>
        </pc:spChg>
        <pc:picChg chg="del">
          <ac:chgData name="Lia Lia" userId="48f4c3d9d83e1c0a" providerId="LiveId" clId="{A299A4A7-9AC9-4356-865E-E64AC913DA2C}" dt="2019-01-13T06:29:43.251" v="1527" actId="478"/>
          <ac:picMkLst>
            <pc:docMk/>
            <pc:sldMk cId="1968403007" sldId="440"/>
            <ac:picMk id="9" creationId="{E29DCB3D-C0EA-4C33-AF73-90343311734D}"/>
          </ac:picMkLst>
        </pc:picChg>
        <pc:picChg chg="del">
          <ac:chgData name="Lia Lia" userId="48f4c3d9d83e1c0a" providerId="LiveId" clId="{A299A4A7-9AC9-4356-865E-E64AC913DA2C}" dt="2019-01-13T06:29:45.851" v="1529" actId="478"/>
          <ac:picMkLst>
            <pc:docMk/>
            <pc:sldMk cId="1968403007" sldId="440"/>
            <ac:picMk id="12" creationId="{80389F47-09B9-447D-B915-053C7B6D23E1}"/>
          </ac:picMkLst>
        </pc:picChg>
        <pc:picChg chg="del">
          <ac:chgData name="Lia Lia" userId="48f4c3d9d83e1c0a" providerId="LiveId" clId="{A299A4A7-9AC9-4356-865E-E64AC913DA2C}" dt="2019-01-13T06:29:47.026" v="1530" actId="478"/>
          <ac:picMkLst>
            <pc:docMk/>
            <pc:sldMk cId="1968403007" sldId="440"/>
            <ac:picMk id="15" creationId="{E50E77BA-6B95-4F69-8243-3946B6263468}"/>
          </ac:picMkLst>
        </pc:picChg>
        <pc:picChg chg="add del mod modCrop">
          <ac:chgData name="Lia Lia" userId="48f4c3d9d83e1c0a" providerId="LiveId" clId="{A299A4A7-9AC9-4356-865E-E64AC913DA2C}" dt="2019-01-13T06:29:41.524" v="1526" actId="478"/>
          <ac:picMkLst>
            <pc:docMk/>
            <pc:sldMk cId="1968403007" sldId="440"/>
            <ac:picMk id="16" creationId="{73463377-C804-4AC6-83E3-DC96DCEF75A5}"/>
          </ac:picMkLst>
        </pc:picChg>
        <pc:picChg chg="del">
          <ac:chgData name="Lia Lia" userId="48f4c3d9d83e1c0a" providerId="LiveId" clId="{A299A4A7-9AC9-4356-865E-E64AC913DA2C}" dt="2019-01-13T06:29:44.586" v="1528" actId="478"/>
          <ac:picMkLst>
            <pc:docMk/>
            <pc:sldMk cId="1968403007" sldId="440"/>
            <ac:picMk id="17" creationId="{2CA157CE-25CE-4331-BC52-C5D154D8F7A6}"/>
          </ac:picMkLst>
        </pc:picChg>
        <pc:picChg chg="add mod modCrop">
          <ac:chgData name="Lia Lia" userId="48f4c3d9d83e1c0a" providerId="LiveId" clId="{A299A4A7-9AC9-4356-865E-E64AC913DA2C}" dt="2019-01-13T06:31:14.214" v="1582" actId="1038"/>
          <ac:picMkLst>
            <pc:docMk/>
            <pc:sldMk cId="1968403007" sldId="440"/>
            <ac:picMk id="18" creationId="{F0BE06CC-51E6-407B-83C9-6D61398BD841}"/>
          </ac:picMkLst>
        </pc:picChg>
        <pc:picChg chg="del">
          <ac:chgData name="Lia Lia" userId="48f4c3d9d83e1c0a" providerId="LiveId" clId="{A299A4A7-9AC9-4356-865E-E64AC913DA2C}" dt="2019-01-13T06:29:48.450" v="1531" actId="478"/>
          <ac:picMkLst>
            <pc:docMk/>
            <pc:sldMk cId="1968403007" sldId="440"/>
            <ac:picMk id="19" creationId="{8E44C66F-DA03-407B-8440-29D0A75A2E26}"/>
          </ac:picMkLst>
        </pc:picChg>
        <pc:picChg chg="add mod modCrop">
          <ac:chgData name="Lia Lia" userId="48f4c3d9d83e1c0a" providerId="LiveId" clId="{A299A4A7-9AC9-4356-865E-E64AC913DA2C}" dt="2019-01-13T06:32:00.581" v="1593"/>
          <ac:picMkLst>
            <pc:docMk/>
            <pc:sldMk cId="1968403007" sldId="440"/>
            <ac:picMk id="20" creationId="{A05551B8-ADB5-4E85-AF17-B1F114AED85D}"/>
          </ac:picMkLst>
        </pc:picChg>
      </pc:sldChg>
      <pc:sldChg chg="addSp delSp modSp add delAnim modAnim modNotesTx">
        <pc:chgData name="Lia Lia" userId="48f4c3d9d83e1c0a" providerId="LiveId" clId="{A299A4A7-9AC9-4356-865E-E64AC913DA2C}" dt="2019-01-13T06:59:28.661" v="1981"/>
        <pc:sldMkLst>
          <pc:docMk/>
          <pc:sldMk cId="4114273782" sldId="441"/>
        </pc:sldMkLst>
        <pc:spChg chg="mod">
          <ac:chgData name="Lia Lia" userId="48f4c3d9d83e1c0a" providerId="LiveId" clId="{A299A4A7-9AC9-4356-865E-E64AC913DA2C}" dt="2019-01-13T06:36:05.236" v="1662" actId="20577"/>
          <ac:spMkLst>
            <pc:docMk/>
            <pc:sldMk cId="4114273782" sldId="441"/>
            <ac:spMk id="6" creationId="{79960AA3-FA77-4EC1-A442-1F7AC62AF748}"/>
          </ac:spMkLst>
        </pc:spChg>
        <pc:picChg chg="add mod modCrop">
          <ac:chgData name="Lia Lia" userId="48f4c3d9d83e1c0a" providerId="LiveId" clId="{A299A4A7-9AC9-4356-865E-E64AC913DA2C}" dt="2019-01-13T06:33:13.492" v="1614" actId="1076"/>
          <ac:picMkLst>
            <pc:docMk/>
            <pc:sldMk cId="4114273782" sldId="441"/>
            <ac:picMk id="10" creationId="{570E23AA-5C4E-4FCC-A24F-52BD5D666D59}"/>
          </ac:picMkLst>
        </pc:picChg>
        <pc:picChg chg="add mod modCrop">
          <ac:chgData name="Lia Lia" userId="48f4c3d9d83e1c0a" providerId="LiveId" clId="{A299A4A7-9AC9-4356-865E-E64AC913DA2C}" dt="2019-01-13T06:33:59.441" v="1637" actId="1035"/>
          <ac:picMkLst>
            <pc:docMk/>
            <pc:sldMk cId="4114273782" sldId="441"/>
            <ac:picMk id="11" creationId="{2E07798A-AA0A-4C05-83FE-D5C113A5C9F0}"/>
          </ac:picMkLst>
        </pc:picChg>
        <pc:picChg chg="del">
          <ac:chgData name="Lia Lia" userId="48f4c3d9d83e1c0a" providerId="LiveId" clId="{A299A4A7-9AC9-4356-865E-E64AC913DA2C}" dt="2019-01-13T06:32:33.476" v="1605" actId="478"/>
          <ac:picMkLst>
            <pc:docMk/>
            <pc:sldMk cId="4114273782" sldId="441"/>
            <ac:picMk id="18" creationId="{F0BE06CC-51E6-407B-83C9-6D61398BD841}"/>
          </ac:picMkLst>
        </pc:picChg>
        <pc:picChg chg="del">
          <ac:chgData name="Lia Lia" userId="48f4c3d9d83e1c0a" providerId="LiveId" clId="{A299A4A7-9AC9-4356-865E-E64AC913DA2C}" dt="2019-01-13T06:32:34.859" v="1606" actId="478"/>
          <ac:picMkLst>
            <pc:docMk/>
            <pc:sldMk cId="4114273782" sldId="441"/>
            <ac:picMk id="20" creationId="{A05551B8-ADB5-4E85-AF17-B1F114AED85D}"/>
          </ac:picMkLst>
        </pc:picChg>
      </pc:sldChg>
      <pc:sldChg chg="addSp delSp modSp add delAnim modAnim modNotesTx">
        <pc:chgData name="Lia Lia" userId="48f4c3d9d83e1c0a" providerId="LiveId" clId="{A299A4A7-9AC9-4356-865E-E64AC913DA2C}" dt="2019-01-13T09:02:01.217" v="2082"/>
        <pc:sldMkLst>
          <pc:docMk/>
          <pc:sldMk cId="3899356466" sldId="442"/>
        </pc:sldMkLst>
        <pc:spChg chg="mod">
          <ac:chgData name="Lia Lia" userId="48f4c3d9d83e1c0a" providerId="LiveId" clId="{A299A4A7-9AC9-4356-865E-E64AC913DA2C}" dt="2019-01-13T06:37:03.679" v="1693" actId="404"/>
          <ac:spMkLst>
            <pc:docMk/>
            <pc:sldMk cId="3899356466" sldId="442"/>
            <ac:spMk id="6" creationId="{79960AA3-FA77-4EC1-A442-1F7AC62AF748}"/>
          </ac:spMkLst>
        </pc:spChg>
        <pc:spChg chg="mod">
          <ac:chgData name="Lia Lia" userId="48f4c3d9d83e1c0a" providerId="LiveId" clId="{A299A4A7-9AC9-4356-865E-E64AC913DA2C}" dt="2019-01-13T06:54:46.583" v="1935" actId="1076"/>
          <ac:spMkLst>
            <pc:docMk/>
            <pc:sldMk cId="3899356466" sldId="442"/>
            <ac:spMk id="7" creationId="{714CD584-B1F0-4076-AA3C-B52C56FA9126}"/>
          </ac:spMkLst>
        </pc:spChg>
        <pc:picChg chg="del">
          <ac:chgData name="Lia Lia" userId="48f4c3d9d83e1c0a" providerId="LiveId" clId="{A299A4A7-9AC9-4356-865E-E64AC913DA2C}" dt="2019-01-13T06:37:28.259" v="1694" actId="478"/>
          <ac:picMkLst>
            <pc:docMk/>
            <pc:sldMk cId="3899356466" sldId="442"/>
            <ac:picMk id="10" creationId="{570E23AA-5C4E-4FCC-A24F-52BD5D666D59}"/>
          </ac:picMkLst>
        </pc:picChg>
        <pc:picChg chg="del">
          <ac:chgData name="Lia Lia" userId="48f4c3d9d83e1c0a" providerId="LiveId" clId="{A299A4A7-9AC9-4356-865E-E64AC913DA2C}" dt="2019-01-13T06:37:30.240" v="1695" actId="478"/>
          <ac:picMkLst>
            <pc:docMk/>
            <pc:sldMk cId="3899356466" sldId="442"/>
            <ac:picMk id="11" creationId="{2E07798A-AA0A-4C05-83FE-D5C113A5C9F0}"/>
          </ac:picMkLst>
        </pc:picChg>
        <pc:picChg chg="add mod modCrop">
          <ac:chgData name="Lia Lia" userId="48f4c3d9d83e1c0a" providerId="LiveId" clId="{A299A4A7-9AC9-4356-865E-E64AC913DA2C}" dt="2019-01-13T06:54:46.583" v="1935" actId="1076"/>
          <ac:picMkLst>
            <pc:docMk/>
            <pc:sldMk cId="3899356466" sldId="442"/>
            <ac:picMk id="12" creationId="{F0BEA457-7920-4E85-8080-C9F5CC0660D9}"/>
          </ac:picMkLst>
        </pc:picChg>
        <pc:picChg chg="add mod modCrop">
          <ac:chgData name="Lia Lia" userId="48f4c3d9d83e1c0a" providerId="LiveId" clId="{A299A4A7-9AC9-4356-865E-E64AC913DA2C}" dt="2019-01-13T06:54:46.583" v="1935" actId="1076"/>
          <ac:picMkLst>
            <pc:docMk/>
            <pc:sldMk cId="3899356466" sldId="442"/>
            <ac:picMk id="15" creationId="{0DB857DD-FBC4-4E5A-B0C4-0DA290811790}"/>
          </ac:picMkLst>
        </pc:picChg>
        <pc:picChg chg="add mod modCrop">
          <ac:chgData name="Lia Lia" userId="48f4c3d9d83e1c0a" providerId="LiveId" clId="{A299A4A7-9AC9-4356-865E-E64AC913DA2C}" dt="2019-01-13T08:57:45.195" v="2060" actId="1076"/>
          <ac:picMkLst>
            <pc:docMk/>
            <pc:sldMk cId="3899356466" sldId="442"/>
            <ac:picMk id="16" creationId="{FACB32B7-7DE7-4089-91E3-F7C7E1817D29}"/>
          </ac:picMkLst>
        </pc:picChg>
        <pc:picChg chg="add mod modCrop">
          <ac:chgData name="Lia Lia" userId="48f4c3d9d83e1c0a" providerId="LiveId" clId="{A299A4A7-9AC9-4356-865E-E64AC913DA2C}" dt="2019-01-13T06:54:46.583" v="1935" actId="1076"/>
          <ac:picMkLst>
            <pc:docMk/>
            <pc:sldMk cId="3899356466" sldId="442"/>
            <ac:picMk id="17" creationId="{F07184EA-A297-495C-AC2C-49A47D7F2043}"/>
          </ac:picMkLst>
        </pc:picChg>
        <pc:picChg chg="add mod modCrop">
          <ac:chgData name="Lia Lia" userId="48f4c3d9d83e1c0a" providerId="LiveId" clId="{A299A4A7-9AC9-4356-865E-E64AC913DA2C}" dt="2019-01-13T06:54:46.583" v="1935" actId="1076"/>
          <ac:picMkLst>
            <pc:docMk/>
            <pc:sldMk cId="3899356466" sldId="442"/>
            <ac:picMk id="18" creationId="{26127CCF-729B-4E89-B06E-B68174CBDCB3}"/>
          </ac:picMkLst>
        </pc:picChg>
        <pc:picChg chg="add mod modCrop">
          <ac:chgData name="Lia Lia" userId="48f4c3d9d83e1c0a" providerId="LiveId" clId="{A299A4A7-9AC9-4356-865E-E64AC913DA2C}" dt="2019-01-13T06:54:46.583" v="1935" actId="1076"/>
          <ac:picMkLst>
            <pc:docMk/>
            <pc:sldMk cId="3899356466" sldId="442"/>
            <ac:picMk id="19" creationId="{BB8C8B85-7074-4CB1-9D94-EE0C5EF5E9BC}"/>
          </ac:picMkLst>
        </pc:picChg>
        <pc:picChg chg="add mod modCrop">
          <ac:chgData name="Lia Lia" userId="48f4c3d9d83e1c0a" providerId="LiveId" clId="{A299A4A7-9AC9-4356-865E-E64AC913DA2C}" dt="2019-01-13T08:56:34.705" v="2052" actId="1038"/>
          <ac:picMkLst>
            <pc:docMk/>
            <pc:sldMk cId="3899356466" sldId="442"/>
            <ac:picMk id="20" creationId="{E9DEDEFC-50DF-4595-8F0C-FE5B8E2C8069}"/>
          </ac:picMkLst>
        </pc:picChg>
        <pc:picChg chg="add mod modCrop">
          <ac:chgData name="Lia Lia" userId="48f4c3d9d83e1c0a" providerId="LiveId" clId="{A299A4A7-9AC9-4356-865E-E64AC913DA2C}" dt="2019-01-13T08:57:07.140" v="2057" actId="1076"/>
          <ac:picMkLst>
            <pc:docMk/>
            <pc:sldMk cId="3899356466" sldId="442"/>
            <ac:picMk id="21" creationId="{34BBD36C-03D1-474B-B5D5-DC5BC7B97C1B}"/>
          </ac:picMkLst>
        </pc:picChg>
        <pc:picChg chg="add mod modCrop">
          <ac:chgData name="Lia Lia" userId="48f4c3d9d83e1c0a" providerId="LiveId" clId="{A299A4A7-9AC9-4356-865E-E64AC913DA2C}" dt="2019-01-13T08:57:11.379" v="2058" actId="1076"/>
          <ac:picMkLst>
            <pc:docMk/>
            <pc:sldMk cId="3899356466" sldId="442"/>
            <ac:picMk id="22" creationId="{93DC2E57-F4B4-45FB-BB9E-641CE8D37BEE}"/>
          </ac:picMkLst>
        </pc:picChg>
        <pc:picChg chg="add mod modCrop">
          <ac:chgData name="Lia Lia" userId="48f4c3d9d83e1c0a" providerId="LiveId" clId="{A299A4A7-9AC9-4356-865E-E64AC913DA2C}" dt="2019-01-13T08:57:49.130" v="2061" actId="1076"/>
          <ac:picMkLst>
            <pc:docMk/>
            <pc:sldMk cId="3899356466" sldId="442"/>
            <ac:picMk id="23" creationId="{639FEB3E-F592-4660-8BB1-CC260ADE9275}"/>
          </ac:picMkLst>
        </pc:picChg>
        <pc:picChg chg="add mod modCrop">
          <ac:chgData name="Lia Lia" userId="48f4c3d9d83e1c0a" providerId="LiveId" clId="{A299A4A7-9AC9-4356-865E-E64AC913DA2C}" dt="2019-01-13T08:57:51.141" v="2062" actId="1076"/>
          <ac:picMkLst>
            <pc:docMk/>
            <pc:sldMk cId="3899356466" sldId="442"/>
            <ac:picMk id="24" creationId="{A3FFBE7F-ED0B-4CD2-A7B2-E8B2B80EA76B}"/>
          </ac:picMkLst>
        </pc:picChg>
        <pc:picChg chg="add del mod modCrop">
          <ac:chgData name="Lia Lia" userId="48f4c3d9d83e1c0a" providerId="LiveId" clId="{A299A4A7-9AC9-4356-865E-E64AC913DA2C}" dt="2019-01-13T08:56:31.641" v="2044" actId="478"/>
          <ac:picMkLst>
            <pc:docMk/>
            <pc:sldMk cId="3899356466" sldId="442"/>
            <ac:picMk id="25" creationId="{3272CBAE-FD51-4655-81AB-70AF4ED24D89}"/>
          </ac:picMkLst>
        </pc:picChg>
        <pc:picChg chg="add mod modCrop">
          <ac:chgData name="Lia Lia" userId="48f4c3d9d83e1c0a" providerId="LiveId" clId="{A299A4A7-9AC9-4356-865E-E64AC913DA2C}" dt="2019-01-13T06:54:46.583" v="1935" actId="1076"/>
          <ac:picMkLst>
            <pc:docMk/>
            <pc:sldMk cId="3899356466" sldId="442"/>
            <ac:picMk id="26" creationId="{2A96E9DD-F853-42EC-8944-1A6B0D8B0E87}"/>
          </ac:picMkLst>
        </pc:picChg>
        <pc:picChg chg="add mod modCrop">
          <ac:chgData name="Lia Lia" userId="48f4c3d9d83e1c0a" providerId="LiveId" clId="{A299A4A7-9AC9-4356-865E-E64AC913DA2C}" dt="2019-01-13T08:56:55.083" v="2056" actId="1076"/>
          <ac:picMkLst>
            <pc:docMk/>
            <pc:sldMk cId="3899356466" sldId="442"/>
            <ac:picMk id="27" creationId="{5FBB24C4-CCB2-4330-AC76-D7EE1372A462}"/>
          </ac:picMkLst>
        </pc:picChg>
        <pc:cxnChg chg="mod">
          <ac:chgData name="Lia Lia" userId="48f4c3d9d83e1c0a" providerId="LiveId" clId="{A299A4A7-9AC9-4356-865E-E64AC913DA2C}" dt="2019-01-13T06:54:46.583" v="1935" actId="1076"/>
          <ac:cxnSpMkLst>
            <pc:docMk/>
            <pc:sldMk cId="3899356466" sldId="442"/>
            <ac:cxnSpMk id="8" creationId="{1C1CBFA9-B350-4E46-AD08-523D05B46325}"/>
          </ac:cxnSpMkLst>
        </pc:cxnChg>
      </pc:sldChg>
    </pc:docChg>
  </pc:docChgLst>
  <pc:docChgLst>
    <pc:chgData name="Mutia Rahmi Dewi" userId="98bbf618294900d0" providerId="LiveId" clId="{E893A3DF-D472-48A4-958A-A04C3C4F61B6}"/>
    <pc:docChg chg="undo redo custSel addSld delSld modSld sldOrd">
      <pc:chgData name="Mutia Rahmi Dewi" userId="98bbf618294900d0" providerId="LiveId" clId="{E893A3DF-D472-48A4-958A-A04C3C4F61B6}" dt="2019-01-15T05:43:41.952" v="584" actId="2696"/>
      <pc:docMkLst>
        <pc:docMk/>
      </pc:docMkLst>
      <pc:sldChg chg="addSp modSp modAnim">
        <pc:chgData name="Mutia Rahmi Dewi" userId="98bbf618294900d0" providerId="LiveId" clId="{E893A3DF-D472-48A4-958A-A04C3C4F61B6}" dt="2019-01-15T05:39:44.091" v="518" actId="164"/>
        <pc:sldMkLst>
          <pc:docMk/>
          <pc:sldMk cId="2301248773" sldId="331"/>
        </pc:sldMkLst>
        <pc:spChg chg="mod">
          <ac:chgData name="Mutia Rahmi Dewi" userId="98bbf618294900d0" providerId="LiveId" clId="{E893A3DF-D472-48A4-958A-A04C3C4F61B6}" dt="2019-01-15T05:39:44.091" v="518" actId="164"/>
          <ac:spMkLst>
            <pc:docMk/>
            <pc:sldMk cId="2301248773" sldId="331"/>
            <ac:spMk id="48" creationId="{00000000-0000-0000-0000-000000000000}"/>
          </ac:spMkLst>
        </pc:spChg>
        <pc:spChg chg="mod">
          <ac:chgData name="Mutia Rahmi Dewi" userId="98bbf618294900d0" providerId="LiveId" clId="{E893A3DF-D472-48A4-958A-A04C3C4F61B6}" dt="2019-01-15T05:39:44.091" v="518" actId="164"/>
          <ac:spMkLst>
            <pc:docMk/>
            <pc:sldMk cId="2301248773" sldId="331"/>
            <ac:spMk id="50" creationId="{00000000-0000-0000-0000-000000000000}"/>
          </ac:spMkLst>
        </pc:spChg>
        <pc:spChg chg="mod">
          <ac:chgData name="Mutia Rahmi Dewi" userId="98bbf618294900d0" providerId="LiveId" clId="{E893A3DF-D472-48A4-958A-A04C3C4F61B6}" dt="2019-01-15T05:39:44.091" v="518" actId="164"/>
          <ac:spMkLst>
            <pc:docMk/>
            <pc:sldMk cId="2301248773" sldId="331"/>
            <ac:spMk id="68" creationId="{C6958B4D-E937-4B1B-A718-1AB5E1077A90}"/>
          </ac:spMkLst>
        </pc:spChg>
        <pc:grpChg chg="mod">
          <ac:chgData name="Mutia Rahmi Dewi" userId="98bbf618294900d0" providerId="LiveId" clId="{E893A3DF-D472-48A4-958A-A04C3C4F61B6}" dt="2019-01-15T05:39:44.091" v="518" actId="164"/>
          <ac:grpSpMkLst>
            <pc:docMk/>
            <pc:sldMk cId="2301248773" sldId="331"/>
            <ac:grpSpMk id="2" creationId="{59BE6307-0418-4A5C-8DBC-CDBE061C4D66}"/>
          </ac:grpSpMkLst>
        </pc:grpChg>
        <pc:grpChg chg="mod">
          <ac:chgData name="Mutia Rahmi Dewi" userId="98bbf618294900d0" providerId="LiveId" clId="{E893A3DF-D472-48A4-958A-A04C3C4F61B6}" dt="2019-01-15T05:39:44.091" v="518" actId="164"/>
          <ac:grpSpMkLst>
            <pc:docMk/>
            <pc:sldMk cId="2301248773" sldId="331"/>
            <ac:grpSpMk id="3" creationId="{B519DFED-6BAE-4328-A606-01FBE8DB9CD8}"/>
          </ac:grpSpMkLst>
        </pc:grpChg>
        <pc:grpChg chg="mod">
          <ac:chgData name="Mutia Rahmi Dewi" userId="98bbf618294900d0" providerId="LiveId" clId="{E893A3DF-D472-48A4-958A-A04C3C4F61B6}" dt="2019-01-15T05:39:44.091" v="518" actId="164"/>
          <ac:grpSpMkLst>
            <pc:docMk/>
            <pc:sldMk cId="2301248773" sldId="331"/>
            <ac:grpSpMk id="4" creationId="{A1EF8776-765E-4DDD-BADE-A925BD99B70D}"/>
          </ac:grpSpMkLst>
        </pc:grpChg>
        <pc:grpChg chg="add mod">
          <ac:chgData name="Mutia Rahmi Dewi" userId="98bbf618294900d0" providerId="LiveId" clId="{E893A3DF-D472-48A4-958A-A04C3C4F61B6}" dt="2019-01-15T05:39:44.091" v="518" actId="164"/>
          <ac:grpSpMkLst>
            <pc:docMk/>
            <pc:sldMk cId="2301248773" sldId="331"/>
            <ac:grpSpMk id="5" creationId="{487E7E30-838C-4A07-B966-9ACB4C10B7E5}"/>
          </ac:grpSpMkLst>
        </pc:grpChg>
        <pc:cxnChg chg="mod">
          <ac:chgData name="Mutia Rahmi Dewi" userId="98bbf618294900d0" providerId="LiveId" clId="{E893A3DF-D472-48A4-958A-A04C3C4F61B6}" dt="2019-01-15T05:39:44.091" v="518" actId="164"/>
          <ac:cxnSpMkLst>
            <pc:docMk/>
            <pc:sldMk cId="2301248773" sldId="331"/>
            <ac:cxnSpMk id="47" creationId="{00000000-0000-0000-0000-000000000000}"/>
          </ac:cxnSpMkLst>
        </pc:cxnChg>
        <pc:cxnChg chg="mod">
          <ac:chgData name="Mutia Rahmi Dewi" userId="98bbf618294900d0" providerId="LiveId" clId="{E893A3DF-D472-48A4-958A-A04C3C4F61B6}" dt="2019-01-15T05:39:44.091" v="518" actId="164"/>
          <ac:cxnSpMkLst>
            <pc:docMk/>
            <pc:sldMk cId="2301248773" sldId="331"/>
            <ac:cxnSpMk id="49" creationId="{00000000-0000-0000-0000-000000000000}"/>
          </ac:cxnSpMkLst>
        </pc:cxnChg>
        <pc:cxnChg chg="mod">
          <ac:chgData name="Mutia Rahmi Dewi" userId="98bbf618294900d0" providerId="LiveId" clId="{E893A3DF-D472-48A4-958A-A04C3C4F61B6}" dt="2019-01-15T05:39:44.091" v="518" actId="164"/>
          <ac:cxnSpMkLst>
            <pc:docMk/>
            <pc:sldMk cId="2301248773" sldId="331"/>
            <ac:cxnSpMk id="56" creationId="{00000000-0000-0000-0000-000000000000}"/>
          </ac:cxnSpMkLst>
        </pc:cxnChg>
        <pc:cxnChg chg="mod">
          <ac:chgData name="Mutia Rahmi Dewi" userId="98bbf618294900d0" providerId="LiveId" clId="{E893A3DF-D472-48A4-958A-A04C3C4F61B6}" dt="2019-01-15T05:39:44.091" v="518" actId="164"/>
          <ac:cxnSpMkLst>
            <pc:docMk/>
            <pc:sldMk cId="2301248773" sldId="331"/>
            <ac:cxnSpMk id="58" creationId="{00000000-0000-0000-0000-000000000000}"/>
          </ac:cxnSpMkLst>
        </pc:cxnChg>
        <pc:cxnChg chg="mod">
          <ac:chgData name="Mutia Rahmi Dewi" userId="98bbf618294900d0" providerId="LiveId" clId="{E893A3DF-D472-48A4-958A-A04C3C4F61B6}" dt="2019-01-15T05:39:44.091" v="518" actId="164"/>
          <ac:cxnSpMkLst>
            <pc:docMk/>
            <pc:sldMk cId="2301248773" sldId="331"/>
            <ac:cxnSpMk id="67" creationId="{F9D11D1C-C91F-445C-B907-15975EF2CBC5}"/>
          </ac:cxnSpMkLst>
        </pc:cxnChg>
        <pc:cxnChg chg="mod">
          <ac:chgData name="Mutia Rahmi Dewi" userId="98bbf618294900d0" providerId="LiveId" clId="{E893A3DF-D472-48A4-958A-A04C3C4F61B6}" dt="2019-01-15T05:39:44.091" v="518" actId="164"/>
          <ac:cxnSpMkLst>
            <pc:docMk/>
            <pc:sldMk cId="2301248773" sldId="331"/>
            <ac:cxnSpMk id="69" creationId="{0D54501B-8881-4D79-B0B1-664804983538}"/>
          </ac:cxnSpMkLst>
        </pc:cxnChg>
      </pc:sldChg>
      <pc:sldChg chg="delSp modSp">
        <pc:chgData name="Mutia Rahmi Dewi" userId="98bbf618294900d0" providerId="LiveId" clId="{E893A3DF-D472-48A4-958A-A04C3C4F61B6}" dt="2019-01-12T14:30:44.974" v="25" actId="732"/>
        <pc:sldMkLst>
          <pc:docMk/>
          <pc:sldMk cId="742528663" sldId="386"/>
        </pc:sldMkLst>
        <pc:spChg chg="del">
          <ac:chgData name="Mutia Rahmi Dewi" userId="98bbf618294900d0" providerId="LiveId" clId="{E893A3DF-D472-48A4-958A-A04C3C4F61B6}" dt="2019-01-12T14:26:08.962" v="5" actId="478"/>
          <ac:spMkLst>
            <pc:docMk/>
            <pc:sldMk cId="742528663" sldId="386"/>
            <ac:spMk id="3" creationId="{A22008BC-E305-463A-9E9A-32DDF7F1F95F}"/>
          </ac:spMkLst>
        </pc:spChg>
        <pc:spChg chg="del">
          <ac:chgData name="Mutia Rahmi Dewi" userId="98bbf618294900d0" providerId="LiveId" clId="{E893A3DF-D472-48A4-958A-A04C3C4F61B6}" dt="2019-01-12T14:26:08.962" v="5" actId="478"/>
          <ac:spMkLst>
            <pc:docMk/>
            <pc:sldMk cId="742528663" sldId="386"/>
            <ac:spMk id="12" creationId="{81D2D721-6B51-4ED4-A3F9-4D9025919E82}"/>
          </ac:spMkLst>
        </pc:spChg>
        <pc:spChg chg="del">
          <ac:chgData name="Mutia Rahmi Dewi" userId="98bbf618294900d0" providerId="LiveId" clId="{E893A3DF-D472-48A4-958A-A04C3C4F61B6}" dt="2019-01-12T14:26:08.962" v="5" actId="478"/>
          <ac:spMkLst>
            <pc:docMk/>
            <pc:sldMk cId="742528663" sldId="386"/>
            <ac:spMk id="13" creationId="{131CBC58-F0E0-4310-8193-A5E9CD8FFA91}"/>
          </ac:spMkLst>
        </pc:spChg>
        <pc:spChg chg="del">
          <ac:chgData name="Mutia Rahmi Dewi" userId="98bbf618294900d0" providerId="LiveId" clId="{E893A3DF-D472-48A4-958A-A04C3C4F61B6}" dt="2019-01-12T14:26:08.962" v="5" actId="478"/>
          <ac:spMkLst>
            <pc:docMk/>
            <pc:sldMk cId="742528663" sldId="386"/>
            <ac:spMk id="14" creationId="{48B5A71E-025D-4815-AA46-BCE7CA07370E}"/>
          </ac:spMkLst>
        </pc:spChg>
        <pc:spChg chg="del">
          <ac:chgData name="Mutia Rahmi Dewi" userId="98bbf618294900d0" providerId="LiveId" clId="{E893A3DF-D472-48A4-958A-A04C3C4F61B6}" dt="2019-01-12T14:26:08.962" v="5" actId="478"/>
          <ac:spMkLst>
            <pc:docMk/>
            <pc:sldMk cId="742528663" sldId="386"/>
            <ac:spMk id="15" creationId="{44D1C28C-9CF0-4329-8DE6-65BBF4E24CF7}"/>
          </ac:spMkLst>
        </pc:spChg>
        <pc:grpChg chg="mod">
          <ac:chgData name="Mutia Rahmi Dewi" userId="98bbf618294900d0" providerId="LiveId" clId="{E893A3DF-D472-48A4-958A-A04C3C4F61B6}" dt="2019-01-12T14:25:50.701" v="2" actId="14826"/>
          <ac:grpSpMkLst>
            <pc:docMk/>
            <pc:sldMk cId="742528663" sldId="386"/>
            <ac:grpSpMk id="5" creationId="{01EF06F4-2AD4-4093-A37D-70A49439F43B}"/>
          </ac:grpSpMkLst>
        </pc:grpChg>
        <pc:picChg chg="mod ord modCrop">
          <ac:chgData name="Mutia Rahmi Dewi" userId="98bbf618294900d0" providerId="LiveId" clId="{E893A3DF-D472-48A4-958A-A04C3C4F61B6}" dt="2019-01-12T14:30:44.974" v="25" actId="732"/>
          <ac:picMkLst>
            <pc:docMk/>
            <pc:sldMk cId="742528663" sldId="386"/>
            <ac:picMk id="4" creationId="{931FDE54-1703-456D-B409-EAF9458DEEE6}"/>
          </ac:picMkLst>
        </pc:picChg>
      </pc:sldChg>
      <pc:sldChg chg="modNotesTx">
        <pc:chgData name="Mutia Rahmi Dewi" userId="98bbf618294900d0" providerId="LiveId" clId="{E893A3DF-D472-48A4-958A-A04C3C4F61B6}" dt="2019-01-13T09:21:28.329" v="447" actId="20577"/>
        <pc:sldMkLst>
          <pc:docMk/>
          <pc:sldMk cId="2448438586" sldId="388"/>
        </pc:sldMkLst>
      </pc:sldChg>
      <pc:sldChg chg="modNotesTx">
        <pc:chgData name="Mutia Rahmi Dewi" userId="98bbf618294900d0" providerId="LiveId" clId="{E893A3DF-D472-48A4-958A-A04C3C4F61B6}" dt="2019-01-13T09:21:56.060" v="517" actId="20577"/>
        <pc:sldMkLst>
          <pc:docMk/>
          <pc:sldMk cId="3070956158" sldId="390"/>
        </pc:sldMkLst>
      </pc:sldChg>
      <pc:sldChg chg="addSp delSp modSp delAnim modAnim">
        <pc:chgData name="Mutia Rahmi Dewi" userId="98bbf618294900d0" providerId="LiveId" clId="{E893A3DF-D472-48A4-958A-A04C3C4F61B6}" dt="2019-01-13T09:17:41.964" v="244" actId="1037"/>
        <pc:sldMkLst>
          <pc:docMk/>
          <pc:sldMk cId="2891753002" sldId="412"/>
        </pc:sldMkLst>
        <pc:picChg chg="del">
          <ac:chgData name="Mutia Rahmi Dewi" userId="98bbf618294900d0" providerId="LiveId" clId="{E893A3DF-D472-48A4-958A-A04C3C4F61B6}" dt="2019-01-13T09:08:25.298" v="157" actId="478"/>
          <ac:picMkLst>
            <pc:docMk/>
            <pc:sldMk cId="2891753002" sldId="412"/>
            <ac:picMk id="2" creationId="{00000000-0000-0000-0000-000000000000}"/>
          </ac:picMkLst>
        </pc:picChg>
        <pc:picChg chg="add mod">
          <ac:chgData name="Mutia Rahmi Dewi" userId="98bbf618294900d0" providerId="LiveId" clId="{E893A3DF-D472-48A4-958A-A04C3C4F61B6}" dt="2019-01-13T09:17:41.964" v="244" actId="1037"/>
          <ac:picMkLst>
            <pc:docMk/>
            <pc:sldMk cId="2891753002" sldId="412"/>
            <ac:picMk id="2" creationId="{9D4D43D5-6F11-44F6-A089-F45EE620818D}"/>
          </ac:picMkLst>
        </pc:picChg>
        <pc:picChg chg="add del mod">
          <ac:chgData name="Mutia Rahmi Dewi" userId="98bbf618294900d0" providerId="LiveId" clId="{E893A3DF-D472-48A4-958A-A04C3C4F61B6}" dt="2019-01-13T09:14:41.514" v="204" actId="478"/>
          <ac:picMkLst>
            <pc:docMk/>
            <pc:sldMk cId="2891753002" sldId="412"/>
            <ac:picMk id="3" creationId="{40E06ECE-E1F0-46A4-B4AE-DCA19FECACF5}"/>
          </ac:picMkLst>
        </pc:picChg>
      </pc:sldChg>
      <pc:sldChg chg="add modNotesTx">
        <pc:chgData name="Mutia Rahmi Dewi" userId="98bbf618294900d0" providerId="LiveId" clId="{E893A3DF-D472-48A4-958A-A04C3C4F61B6}" dt="2019-01-13T09:20:52.261" v="327" actId="20577"/>
        <pc:sldMkLst>
          <pc:docMk/>
          <pc:sldMk cId="2135962674" sldId="429"/>
        </pc:sldMkLst>
      </pc:sldChg>
      <pc:sldChg chg="delSp modSp add delAnim">
        <pc:chgData name="Mutia Rahmi Dewi" userId="98bbf618294900d0" providerId="LiveId" clId="{E893A3DF-D472-48A4-958A-A04C3C4F61B6}" dt="2019-01-12T16:13:46.592" v="154" actId="1036"/>
        <pc:sldMkLst>
          <pc:docMk/>
          <pc:sldMk cId="3653879754" sldId="431"/>
        </pc:sldMkLst>
        <pc:spChg chg="del topLvl">
          <ac:chgData name="Mutia Rahmi Dewi" userId="98bbf618294900d0" providerId="LiveId" clId="{E893A3DF-D472-48A4-958A-A04C3C4F61B6}" dt="2019-01-12T15:00:13.232" v="34" actId="478"/>
          <ac:spMkLst>
            <pc:docMk/>
            <pc:sldMk cId="3653879754" sldId="431"/>
            <ac:spMk id="11" creationId="{48B8C653-9278-469F-87E4-E5ADB5033A63}"/>
          </ac:spMkLst>
        </pc:spChg>
        <pc:grpChg chg="mod topLvl">
          <ac:chgData name="Mutia Rahmi Dewi" userId="98bbf618294900d0" providerId="LiveId" clId="{E893A3DF-D472-48A4-958A-A04C3C4F61B6}" dt="2019-01-12T16:13:42.742" v="152" actId="1036"/>
          <ac:grpSpMkLst>
            <pc:docMk/>
            <pc:sldMk cId="3653879754" sldId="431"/>
            <ac:grpSpMk id="2" creationId="{FEA6C9F1-1F3F-428B-BD04-81AC0A0AEF9A}"/>
          </ac:grpSpMkLst>
        </pc:grpChg>
        <pc:grpChg chg="del mod">
          <ac:chgData name="Mutia Rahmi Dewi" userId="98bbf618294900d0" providerId="LiveId" clId="{E893A3DF-D472-48A4-958A-A04C3C4F61B6}" dt="2019-01-12T15:00:13.232" v="34" actId="478"/>
          <ac:grpSpMkLst>
            <pc:docMk/>
            <pc:sldMk cId="3653879754" sldId="431"/>
            <ac:grpSpMk id="3" creationId="{03DEB772-0092-4A10-9968-A7975F2A1E5F}"/>
          </ac:grpSpMkLst>
        </pc:grpChg>
        <pc:picChg chg="mod modCrop">
          <ac:chgData name="Mutia Rahmi Dewi" userId="98bbf618294900d0" providerId="LiveId" clId="{E893A3DF-D472-48A4-958A-A04C3C4F61B6}" dt="2019-01-12T16:13:46.592" v="154" actId="1036"/>
          <ac:picMkLst>
            <pc:docMk/>
            <pc:sldMk cId="3653879754" sldId="431"/>
            <ac:picMk id="10" creationId="{5FF3FD62-9A08-4966-9F01-8F3EB12B0089}"/>
          </ac:picMkLst>
        </pc:picChg>
      </pc:sldChg>
      <pc:sldChg chg="delSp modSp add delAnim">
        <pc:chgData name="Mutia Rahmi Dewi" userId="98bbf618294900d0" providerId="LiveId" clId="{E893A3DF-D472-48A4-958A-A04C3C4F61B6}" dt="2019-01-12T16:13:07.448" v="122" actId="14100"/>
        <pc:sldMkLst>
          <pc:docMk/>
          <pc:sldMk cId="2683291753" sldId="432"/>
        </pc:sldMkLst>
        <pc:spChg chg="del topLvl">
          <ac:chgData name="Mutia Rahmi Dewi" userId="98bbf618294900d0" providerId="LiveId" clId="{E893A3DF-D472-48A4-958A-A04C3C4F61B6}" dt="2019-01-12T15:00:17.135" v="35" actId="478"/>
          <ac:spMkLst>
            <pc:docMk/>
            <pc:sldMk cId="2683291753" sldId="432"/>
            <ac:spMk id="11" creationId="{48B8C653-9278-469F-87E4-E5ADB5033A63}"/>
          </ac:spMkLst>
        </pc:spChg>
        <pc:grpChg chg="mod topLvl">
          <ac:chgData name="Mutia Rahmi Dewi" userId="98bbf618294900d0" providerId="LiveId" clId="{E893A3DF-D472-48A4-958A-A04C3C4F61B6}" dt="2019-01-12T15:00:17.135" v="35" actId="478"/>
          <ac:grpSpMkLst>
            <pc:docMk/>
            <pc:sldMk cId="2683291753" sldId="432"/>
            <ac:grpSpMk id="2" creationId="{FEA6C9F1-1F3F-428B-BD04-81AC0A0AEF9A}"/>
          </ac:grpSpMkLst>
        </pc:grpChg>
        <pc:grpChg chg="del mod">
          <ac:chgData name="Mutia Rahmi Dewi" userId="98bbf618294900d0" providerId="LiveId" clId="{E893A3DF-D472-48A4-958A-A04C3C4F61B6}" dt="2019-01-12T15:00:17.135" v="35" actId="478"/>
          <ac:grpSpMkLst>
            <pc:docMk/>
            <pc:sldMk cId="2683291753" sldId="432"/>
            <ac:grpSpMk id="3" creationId="{03DEB772-0092-4A10-9968-A7975F2A1E5F}"/>
          </ac:grpSpMkLst>
        </pc:grpChg>
        <pc:picChg chg="mod modCrop">
          <ac:chgData name="Mutia Rahmi Dewi" userId="98bbf618294900d0" providerId="LiveId" clId="{E893A3DF-D472-48A4-958A-A04C3C4F61B6}" dt="2019-01-12T16:13:07.448" v="122" actId="14100"/>
          <ac:picMkLst>
            <pc:docMk/>
            <pc:sldMk cId="2683291753" sldId="432"/>
            <ac:picMk id="10" creationId="{5FF3FD62-9A08-4966-9F01-8F3EB12B0089}"/>
          </ac:picMkLst>
        </pc:picChg>
      </pc:sldChg>
      <pc:sldChg chg="delSp modSp add delAnim">
        <pc:chgData name="Mutia Rahmi Dewi" userId="98bbf618294900d0" providerId="LiveId" clId="{E893A3DF-D472-48A4-958A-A04C3C4F61B6}" dt="2019-01-12T16:12:29.967" v="96" actId="14100"/>
        <pc:sldMkLst>
          <pc:docMk/>
          <pc:sldMk cId="1643176146" sldId="433"/>
        </pc:sldMkLst>
        <pc:spChg chg="del topLvl">
          <ac:chgData name="Mutia Rahmi Dewi" userId="98bbf618294900d0" providerId="LiveId" clId="{E893A3DF-D472-48A4-958A-A04C3C4F61B6}" dt="2019-01-12T15:00:23.657" v="36" actId="478"/>
          <ac:spMkLst>
            <pc:docMk/>
            <pc:sldMk cId="1643176146" sldId="433"/>
            <ac:spMk id="11" creationId="{48B8C653-9278-469F-87E4-E5ADB5033A63}"/>
          </ac:spMkLst>
        </pc:spChg>
        <pc:grpChg chg="mod topLvl">
          <ac:chgData name="Mutia Rahmi Dewi" userId="98bbf618294900d0" providerId="LiveId" clId="{E893A3DF-D472-48A4-958A-A04C3C4F61B6}" dt="2019-01-12T15:00:23.657" v="36" actId="478"/>
          <ac:grpSpMkLst>
            <pc:docMk/>
            <pc:sldMk cId="1643176146" sldId="433"/>
            <ac:grpSpMk id="2" creationId="{FEA6C9F1-1F3F-428B-BD04-81AC0A0AEF9A}"/>
          </ac:grpSpMkLst>
        </pc:grpChg>
        <pc:grpChg chg="del mod">
          <ac:chgData name="Mutia Rahmi Dewi" userId="98bbf618294900d0" providerId="LiveId" clId="{E893A3DF-D472-48A4-958A-A04C3C4F61B6}" dt="2019-01-12T15:00:23.657" v="36" actId="478"/>
          <ac:grpSpMkLst>
            <pc:docMk/>
            <pc:sldMk cId="1643176146" sldId="433"/>
            <ac:grpSpMk id="3" creationId="{03DEB772-0092-4A10-9968-A7975F2A1E5F}"/>
          </ac:grpSpMkLst>
        </pc:grpChg>
        <pc:picChg chg="mod modCrop">
          <ac:chgData name="Mutia Rahmi Dewi" userId="98bbf618294900d0" providerId="LiveId" clId="{E893A3DF-D472-48A4-958A-A04C3C4F61B6}" dt="2019-01-12T16:12:29.967" v="96" actId="14100"/>
          <ac:picMkLst>
            <pc:docMk/>
            <pc:sldMk cId="1643176146" sldId="433"/>
            <ac:picMk id="10" creationId="{5FF3FD62-9A08-4966-9F01-8F3EB12B0089}"/>
          </ac:picMkLst>
        </pc:picChg>
      </pc:sldChg>
      <pc:sldChg chg="delSp modSp add delAnim">
        <pc:chgData name="Mutia Rahmi Dewi" userId="98bbf618294900d0" providerId="LiveId" clId="{E893A3DF-D472-48A4-958A-A04C3C4F61B6}" dt="2019-01-12T16:11:35.545" v="68" actId="14100"/>
        <pc:sldMkLst>
          <pc:docMk/>
          <pc:sldMk cId="2634891628" sldId="434"/>
        </pc:sldMkLst>
        <pc:spChg chg="del topLvl">
          <ac:chgData name="Mutia Rahmi Dewi" userId="98bbf618294900d0" providerId="LiveId" clId="{E893A3DF-D472-48A4-958A-A04C3C4F61B6}" dt="2019-01-12T15:00:28.164" v="37" actId="478"/>
          <ac:spMkLst>
            <pc:docMk/>
            <pc:sldMk cId="2634891628" sldId="434"/>
            <ac:spMk id="11" creationId="{48B8C653-9278-469F-87E4-E5ADB5033A63}"/>
          </ac:spMkLst>
        </pc:spChg>
        <pc:grpChg chg="mod topLvl">
          <ac:chgData name="Mutia Rahmi Dewi" userId="98bbf618294900d0" providerId="LiveId" clId="{E893A3DF-D472-48A4-958A-A04C3C4F61B6}" dt="2019-01-12T15:00:28.164" v="37" actId="478"/>
          <ac:grpSpMkLst>
            <pc:docMk/>
            <pc:sldMk cId="2634891628" sldId="434"/>
            <ac:grpSpMk id="2" creationId="{FEA6C9F1-1F3F-428B-BD04-81AC0A0AEF9A}"/>
          </ac:grpSpMkLst>
        </pc:grpChg>
        <pc:grpChg chg="del mod">
          <ac:chgData name="Mutia Rahmi Dewi" userId="98bbf618294900d0" providerId="LiveId" clId="{E893A3DF-D472-48A4-958A-A04C3C4F61B6}" dt="2019-01-12T15:00:28.164" v="37" actId="478"/>
          <ac:grpSpMkLst>
            <pc:docMk/>
            <pc:sldMk cId="2634891628" sldId="434"/>
            <ac:grpSpMk id="3" creationId="{03DEB772-0092-4A10-9968-A7975F2A1E5F}"/>
          </ac:grpSpMkLst>
        </pc:grpChg>
        <pc:picChg chg="mod modCrop">
          <ac:chgData name="Mutia Rahmi Dewi" userId="98bbf618294900d0" providerId="LiveId" clId="{E893A3DF-D472-48A4-958A-A04C3C4F61B6}" dt="2019-01-12T16:11:35.545" v="68" actId="14100"/>
          <ac:picMkLst>
            <pc:docMk/>
            <pc:sldMk cId="2634891628" sldId="434"/>
            <ac:picMk id="10" creationId="{5FF3FD62-9A08-4966-9F01-8F3EB12B0089}"/>
          </ac:picMkLst>
        </pc:picChg>
      </pc:sldChg>
      <pc:sldChg chg="ord modAnim">
        <pc:chgData name="Mutia Rahmi Dewi" userId="98bbf618294900d0" providerId="LiveId" clId="{E893A3DF-D472-48A4-958A-A04C3C4F61B6}" dt="2019-01-13T09:19:15.978" v="245"/>
        <pc:sldMkLst>
          <pc:docMk/>
          <pc:sldMk cId="3045686892" sldId="435"/>
        </pc:sldMkLst>
      </pc:sldChg>
      <pc:sldChg chg="delSp modSp add del">
        <pc:chgData name="Mutia Rahmi Dewi" userId="98bbf618294900d0" providerId="LiveId" clId="{E893A3DF-D472-48A4-958A-A04C3C4F61B6}" dt="2019-01-15T05:43:41.952" v="584" actId="2696"/>
        <pc:sldMkLst>
          <pc:docMk/>
          <pc:sldMk cId="4223423223" sldId="443"/>
        </pc:sldMkLst>
        <pc:spChg chg="del">
          <ac:chgData name="Mutia Rahmi Dewi" userId="98bbf618294900d0" providerId="LiveId" clId="{E893A3DF-D472-48A4-958A-A04C3C4F61B6}" dt="2019-01-15T05:41:48.006" v="581" actId="478"/>
          <ac:spMkLst>
            <pc:docMk/>
            <pc:sldMk cId="4223423223" sldId="443"/>
            <ac:spMk id="13" creationId="{3B40C2AF-C205-44F7-8C82-0A84C8834C16}"/>
          </ac:spMkLst>
        </pc:spChg>
        <pc:spChg chg="mod">
          <ac:chgData name="Mutia Rahmi Dewi" userId="98bbf618294900d0" providerId="LiveId" clId="{E893A3DF-D472-48A4-958A-A04C3C4F61B6}" dt="2019-01-15T05:41:41.091" v="580" actId="20577"/>
          <ac:spMkLst>
            <pc:docMk/>
            <pc:sldMk cId="4223423223" sldId="443"/>
            <ac:spMk id="54" creationId="{00000000-0000-0000-0000-000000000000}"/>
          </ac:spMkLst>
        </pc:spChg>
      </pc:sldChg>
    </pc:docChg>
  </pc:docChgLst>
  <pc:docChgLst>
    <pc:chgData name="firdarheinalia@gmail.com" userId="705ca5c3aae1f1b5" providerId="LiveId" clId="{92E1BE3B-E24F-4588-BF82-16CFE3595115}"/>
    <pc:docChg chg="undo redo custSel addSld delSld modSld sldOrd">
      <pc:chgData name="firdarheinalia@gmail.com" userId="705ca5c3aae1f1b5" providerId="LiveId" clId="{92E1BE3B-E24F-4588-BF82-16CFE3595115}" dt="2019-01-15T06:31:05.507" v="3158" actId="20577"/>
      <pc:docMkLst>
        <pc:docMk/>
      </pc:docMkLst>
      <pc:sldChg chg="modSp">
        <pc:chgData name="firdarheinalia@gmail.com" userId="705ca5c3aae1f1b5" providerId="LiveId" clId="{92E1BE3B-E24F-4588-BF82-16CFE3595115}" dt="2019-01-12T04:59:16.343" v="1" actId="1076"/>
        <pc:sldMkLst>
          <pc:docMk/>
          <pc:sldMk cId="1361107900" sldId="259"/>
        </pc:sldMkLst>
        <pc:spChg chg="mod">
          <ac:chgData name="firdarheinalia@gmail.com" userId="705ca5c3aae1f1b5" providerId="LiveId" clId="{92E1BE3B-E24F-4588-BF82-16CFE3595115}" dt="2019-01-12T04:59:16.343" v="1" actId="1076"/>
          <ac:spMkLst>
            <pc:docMk/>
            <pc:sldMk cId="1361107900" sldId="259"/>
            <ac:spMk id="93" creationId="{38EF3E26-7806-49B7-9384-B3AA61108F0B}"/>
          </ac:spMkLst>
        </pc:spChg>
      </pc:sldChg>
      <pc:sldChg chg="modSp">
        <pc:chgData name="firdarheinalia@gmail.com" userId="705ca5c3aae1f1b5" providerId="LiveId" clId="{92E1BE3B-E24F-4588-BF82-16CFE3595115}" dt="2019-01-15T06:31:05.507" v="3158" actId="20577"/>
        <pc:sldMkLst>
          <pc:docMk/>
          <pc:sldMk cId="2301248773" sldId="331"/>
        </pc:sldMkLst>
        <pc:spChg chg="mod">
          <ac:chgData name="firdarheinalia@gmail.com" userId="705ca5c3aae1f1b5" providerId="LiveId" clId="{92E1BE3B-E24F-4588-BF82-16CFE3595115}" dt="2019-01-15T06:31:05.507" v="3158" actId="20577"/>
          <ac:spMkLst>
            <pc:docMk/>
            <pc:sldMk cId="2301248773" sldId="331"/>
            <ac:spMk id="54" creationId="{00000000-0000-0000-0000-000000000000}"/>
          </ac:spMkLst>
        </pc:spChg>
        <pc:spChg chg="mod">
          <ac:chgData name="firdarheinalia@gmail.com" userId="705ca5c3aae1f1b5" providerId="LiveId" clId="{92E1BE3B-E24F-4588-BF82-16CFE3595115}" dt="2019-01-15T06:31:05.257" v="3157" actId="20577"/>
          <ac:spMkLst>
            <pc:docMk/>
            <pc:sldMk cId="2301248773" sldId="331"/>
            <ac:spMk id="60" creationId="{00000000-0000-0000-0000-000000000000}"/>
          </ac:spMkLst>
        </pc:spChg>
      </pc:sldChg>
      <pc:sldChg chg="modSp">
        <pc:chgData name="firdarheinalia@gmail.com" userId="705ca5c3aae1f1b5" providerId="LiveId" clId="{92E1BE3B-E24F-4588-BF82-16CFE3595115}" dt="2019-01-12T07:30:35.184" v="210" actId="20577"/>
        <pc:sldMkLst>
          <pc:docMk/>
          <pc:sldMk cId="2805051333" sldId="336"/>
        </pc:sldMkLst>
        <pc:graphicFrameChg chg="modGraphic">
          <ac:chgData name="firdarheinalia@gmail.com" userId="705ca5c3aae1f1b5" providerId="LiveId" clId="{92E1BE3B-E24F-4588-BF82-16CFE3595115}" dt="2019-01-12T07:30:35.184" v="210" actId="20577"/>
          <ac:graphicFrameMkLst>
            <pc:docMk/>
            <pc:sldMk cId="2805051333" sldId="336"/>
            <ac:graphicFrameMk id="2" creationId="{E8279D31-FF6B-461D-B6E2-8774E4AE658F}"/>
          </ac:graphicFrameMkLst>
        </pc:graphicFrameChg>
      </pc:sldChg>
      <pc:sldChg chg="modSp">
        <pc:chgData name="firdarheinalia@gmail.com" userId="705ca5c3aae1f1b5" providerId="LiveId" clId="{92E1BE3B-E24F-4588-BF82-16CFE3595115}" dt="2019-01-12T11:42:51.724" v="274" actId="1035"/>
        <pc:sldMkLst>
          <pc:docMk/>
          <pc:sldMk cId="232675601" sldId="345"/>
        </pc:sldMkLst>
        <pc:spChg chg="mod">
          <ac:chgData name="firdarheinalia@gmail.com" userId="705ca5c3aae1f1b5" providerId="LiveId" clId="{92E1BE3B-E24F-4588-BF82-16CFE3595115}" dt="2019-01-12T11:42:51.724" v="274" actId="1035"/>
          <ac:spMkLst>
            <pc:docMk/>
            <pc:sldMk cId="232675601" sldId="345"/>
            <ac:spMk id="12" creationId="{B74543A3-A871-44B0-9BA4-4FD784D7E9E8}"/>
          </ac:spMkLst>
        </pc:spChg>
      </pc:sldChg>
      <pc:sldChg chg="modAnim">
        <pc:chgData name="firdarheinalia@gmail.com" userId="705ca5c3aae1f1b5" providerId="LiveId" clId="{92E1BE3B-E24F-4588-BF82-16CFE3595115}" dt="2019-01-12T12:40:53.877" v="277"/>
        <pc:sldMkLst>
          <pc:docMk/>
          <pc:sldMk cId="3025980098" sldId="359"/>
        </pc:sldMkLst>
      </pc:sldChg>
      <pc:sldChg chg="modNotesTx">
        <pc:chgData name="firdarheinalia@gmail.com" userId="705ca5c3aae1f1b5" providerId="LiveId" clId="{92E1BE3B-E24F-4588-BF82-16CFE3595115}" dt="2019-01-13T01:34:51.196" v="2926" actId="20577"/>
        <pc:sldMkLst>
          <pc:docMk/>
          <pc:sldMk cId="2161576517" sldId="370"/>
        </pc:sldMkLst>
      </pc:sldChg>
      <pc:sldChg chg="addSp delSp modSp delAnim modAnim modNotesTx">
        <pc:chgData name="firdarheinalia@gmail.com" userId="705ca5c3aae1f1b5" providerId="LiveId" clId="{92E1BE3B-E24F-4588-BF82-16CFE3595115}" dt="2019-01-13T06:30:28.883" v="3028" actId="1076"/>
        <pc:sldMkLst>
          <pc:docMk/>
          <pc:sldMk cId="3190351750" sldId="398"/>
        </pc:sldMkLst>
        <pc:spChg chg="mod">
          <ac:chgData name="firdarheinalia@gmail.com" userId="705ca5c3aae1f1b5" providerId="LiveId" clId="{92E1BE3B-E24F-4588-BF82-16CFE3595115}" dt="2019-01-12T05:38:22.614" v="166" actId="1035"/>
          <ac:spMkLst>
            <pc:docMk/>
            <pc:sldMk cId="3190351750" sldId="398"/>
            <ac:spMk id="2" creationId="{B83B5DD5-B4CA-4E98-8EB4-C48D800AF677}"/>
          </ac:spMkLst>
        </pc:spChg>
        <pc:spChg chg="add mod">
          <ac:chgData name="firdarheinalia@gmail.com" userId="705ca5c3aae1f1b5" providerId="LiveId" clId="{92E1BE3B-E24F-4588-BF82-16CFE3595115}" dt="2019-01-12T07:46:55.612" v="254" actId="1076"/>
          <ac:spMkLst>
            <pc:docMk/>
            <pc:sldMk cId="3190351750" sldId="398"/>
            <ac:spMk id="12" creationId="{C30FEA27-47B0-4878-B7C4-DEEAE1E5BC3F}"/>
          </ac:spMkLst>
        </pc:spChg>
        <pc:spChg chg="add mod">
          <ac:chgData name="firdarheinalia@gmail.com" userId="705ca5c3aae1f1b5" providerId="LiveId" clId="{92E1BE3B-E24F-4588-BF82-16CFE3595115}" dt="2019-01-12T05:39:25.376" v="176" actId="20577"/>
          <ac:spMkLst>
            <pc:docMk/>
            <pc:sldMk cId="3190351750" sldId="398"/>
            <ac:spMk id="13" creationId="{F4A4D5DC-B89B-44A6-B249-BDD298416EB9}"/>
          </ac:spMkLst>
        </pc:spChg>
        <pc:spChg chg="add mod">
          <ac:chgData name="firdarheinalia@gmail.com" userId="705ca5c3aae1f1b5" providerId="LiveId" clId="{92E1BE3B-E24F-4588-BF82-16CFE3595115}" dt="2019-01-13T06:30:28.883" v="3028" actId="1076"/>
          <ac:spMkLst>
            <pc:docMk/>
            <pc:sldMk cId="3190351750" sldId="398"/>
            <ac:spMk id="14" creationId="{B93CF2FB-7032-45FF-8345-5C847CB2D671}"/>
          </ac:spMkLst>
        </pc:spChg>
        <pc:spChg chg="mod">
          <ac:chgData name="firdarheinalia@gmail.com" userId="705ca5c3aae1f1b5" providerId="LiveId" clId="{92E1BE3B-E24F-4588-BF82-16CFE3595115}" dt="2019-01-12T05:38:06.991" v="156" actId="1035"/>
          <ac:spMkLst>
            <pc:docMk/>
            <pc:sldMk cId="3190351750" sldId="398"/>
            <ac:spMk id="27" creationId="{ACC92CE0-160B-485A-9087-D801BC3B1A1F}"/>
          </ac:spMkLst>
        </pc:spChg>
        <pc:spChg chg="del">
          <ac:chgData name="firdarheinalia@gmail.com" userId="705ca5c3aae1f1b5" providerId="LiveId" clId="{92E1BE3B-E24F-4588-BF82-16CFE3595115}" dt="2019-01-12T05:30:46.924" v="9" actId="478"/>
          <ac:spMkLst>
            <pc:docMk/>
            <pc:sldMk cId="3190351750" sldId="398"/>
            <ac:spMk id="28" creationId="{7BDBFE9C-44D9-42E3-B9D2-0AE5B9DD709E}"/>
          </ac:spMkLst>
        </pc:spChg>
        <pc:graphicFrameChg chg="mod">
          <ac:chgData name="firdarheinalia@gmail.com" userId="705ca5c3aae1f1b5" providerId="LiveId" clId="{92E1BE3B-E24F-4588-BF82-16CFE3595115}" dt="2019-01-12T05:38:06.991" v="156" actId="1035"/>
          <ac:graphicFrameMkLst>
            <pc:docMk/>
            <pc:sldMk cId="3190351750" sldId="398"/>
            <ac:graphicFrameMk id="7" creationId="{7358CF27-0AF3-49CA-9DC9-661EBB6AB74C}"/>
          </ac:graphicFrameMkLst>
        </pc:graphicFrameChg>
        <pc:graphicFrameChg chg="mod">
          <ac:chgData name="firdarheinalia@gmail.com" userId="705ca5c3aae1f1b5" providerId="LiveId" clId="{92E1BE3B-E24F-4588-BF82-16CFE3595115}" dt="2019-01-12T05:38:06.991" v="156" actId="1035"/>
          <ac:graphicFrameMkLst>
            <pc:docMk/>
            <pc:sldMk cId="3190351750" sldId="398"/>
            <ac:graphicFrameMk id="9" creationId="{4EFE5343-53B1-4F0A-A0DE-3BF296E46523}"/>
          </ac:graphicFrameMkLst>
        </pc:graphicFrameChg>
      </pc:sldChg>
      <pc:sldChg chg="modTransition">
        <pc:chgData name="firdarheinalia@gmail.com" userId="705ca5c3aae1f1b5" providerId="LiveId" clId="{92E1BE3B-E24F-4588-BF82-16CFE3595115}" dt="2019-01-12T08:00:59.905" v="263"/>
        <pc:sldMkLst>
          <pc:docMk/>
          <pc:sldMk cId="3232804888" sldId="401"/>
        </pc:sldMkLst>
      </pc:sldChg>
      <pc:sldChg chg="modSp modNotesTx">
        <pc:chgData name="firdarheinalia@gmail.com" userId="705ca5c3aae1f1b5" providerId="LiveId" clId="{92E1BE3B-E24F-4588-BF82-16CFE3595115}" dt="2019-01-12T14:28:56.209" v="2881" actId="20577"/>
        <pc:sldMkLst>
          <pc:docMk/>
          <pc:sldMk cId="2253331607" sldId="402"/>
        </pc:sldMkLst>
        <pc:spChg chg="mod">
          <ac:chgData name="firdarheinalia@gmail.com" userId="705ca5c3aae1f1b5" providerId="LiveId" clId="{92E1BE3B-E24F-4588-BF82-16CFE3595115}" dt="2019-01-12T05:02:02.730" v="3" actId="20577"/>
          <ac:spMkLst>
            <pc:docMk/>
            <pc:sldMk cId="2253331607" sldId="402"/>
            <ac:spMk id="23" creationId="{3443DE2D-A196-40F2-9C6F-BC87930CA412}"/>
          </ac:spMkLst>
        </pc:spChg>
      </pc:sldChg>
      <pc:sldChg chg="addSp modSp modTransition modNotesTx">
        <pc:chgData name="firdarheinalia@gmail.com" userId="705ca5c3aae1f1b5" providerId="LiveId" clId="{92E1BE3B-E24F-4588-BF82-16CFE3595115}" dt="2019-01-13T06:27:58.396" v="2997"/>
        <pc:sldMkLst>
          <pc:docMk/>
          <pc:sldMk cId="699235206" sldId="404"/>
        </pc:sldMkLst>
        <pc:spChg chg="add">
          <ac:chgData name="firdarheinalia@gmail.com" userId="705ca5c3aae1f1b5" providerId="LiveId" clId="{92E1BE3B-E24F-4588-BF82-16CFE3595115}" dt="2019-01-13T06:27:58.396" v="2997"/>
          <ac:spMkLst>
            <pc:docMk/>
            <pc:sldMk cId="699235206" sldId="404"/>
            <ac:spMk id="9" creationId="{C87A1612-1F52-481F-854B-F9D64263B327}"/>
          </ac:spMkLst>
        </pc:spChg>
        <pc:spChg chg="mod">
          <ac:chgData name="firdarheinalia@gmail.com" userId="705ca5c3aae1f1b5" providerId="LiveId" clId="{92E1BE3B-E24F-4588-BF82-16CFE3595115}" dt="2019-01-12T05:17:45.871" v="4" actId="20577"/>
          <ac:spMkLst>
            <pc:docMk/>
            <pc:sldMk cId="699235206" sldId="404"/>
            <ac:spMk id="10" creationId="{00000000-0000-0000-0000-000000000000}"/>
          </ac:spMkLst>
        </pc:spChg>
      </pc:sldChg>
      <pc:sldChg chg="addSp modTransition modNotesTx">
        <pc:chgData name="firdarheinalia@gmail.com" userId="705ca5c3aae1f1b5" providerId="LiveId" clId="{92E1BE3B-E24F-4588-BF82-16CFE3595115}" dt="2019-01-13T06:28:00.575" v="2998"/>
        <pc:sldMkLst>
          <pc:docMk/>
          <pc:sldMk cId="507123618" sldId="405"/>
        </pc:sldMkLst>
        <pc:spChg chg="add">
          <ac:chgData name="firdarheinalia@gmail.com" userId="705ca5c3aae1f1b5" providerId="LiveId" clId="{92E1BE3B-E24F-4588-BF82-16CFE3595115}" dt="2019-01-13T06:28:00.575" v="2998"/>
          <ac:spMkLst>
            <pc:docMk/>
            <pc:sldMk cId="507123618" sldId="405"/>
            <ac:spMk id="12" creationId="{3EEB40BD-EAE3-44EC-AF30-03C708C463FF}"/>
          </ac:spMkLst>
        </pc:spChg>
      </pc:sldChg>
      <pc:sldChg chg="addSp modTransition modNotesTx">
        <pc:chgData name="firdarheinalia@gmail.com" userId="705ca5c3aae1f1b5" providerId="LiveId" clId="{92E1BE3B-E24F-4588-BF82-16CFE3595115}" dt="2019-01-13T06:27:55.122" v="2996"/>
        <pc:sldMkLst>
          <pc:docMk/>
          <pc:sldMk cId="2015137798" sldId="406"/>
        </pc:sldMkLst>
        <pc:spChg chg="add">
          <ac:chgData name="firdarheinalia@gmail.com" userId="705ca5c3aae1f1b5" providerId="LiveId" clId="{92E1BE3B-E24F-4588-BF82-16CFE3595115}" dt="2019-01-13T06:27:55.122" v="2996"/>
          <ac:spMkLst>
            <pc:docMk/>
            <pc:sldMk cId="2015137798" sldId="406"/>
            <ac:spMk id="9" creationId="{5BF09F4E-DA07-4404-B43A-4A2EFA632017}"/>
          </ac:spMkLst>
        </pc:spChg>
      </pc:sldChg>
      <pc:sldChg chg="modTransition">
        <pc:chgData name="firdarheinalia@gmail.com" userId="705ca5c3aae1f1b5" providerId="LiveId" clId="{92E1BE3B-E24F-4588-BF82-16CFE3595115}" dt="2019-01-12T08:00:19.348" v="255"/>
        <pc:sldMkLst>
          <pc:docMk/>
          <pc:sldMk cId="2939385262" sldId="407"/>
        </pc:sldMkLst>
      </pc:sldChg>
      <pc:sldChg chg="modNotesTx">
        <pc:chgData name="firdarheinalia@gmail.com" userId="705ca5c3aae1f1b5" providerId="LiveId" clId="{92E1BE3B-E24F-4588-BF82-16CFE3595115}" dt="2019-01-12T14:27:26.009" v="2828" actId="20577"/>
        <pc:sldMkLst>
          <pc:docMk/>
          <pc:sldMk cId="2268877566" sldId="409"/>
        </pc:sldMkLst>
      </pc:sldChg>
      <pc:sldChg chg="addSp modSp modTransition modNotesTx">
        <pc:chgData name="firdarheinalia@gmail.com" userId="705ca5c3aae1f1b5" providerId="LiveId" clId="{92E1BE3B-E24F-4588-BF82-16CFE3595115}" dt="2019-01-13T06:28:22.775" v="3015" actId="1036"/>
        <pc:sldMkLst>
          <pc:docMk/>
          <pc:sldMk cId="370994163" sldId="413"/>
        </pc:sldMkLst>
        <pc:spChg chg="add mod">
          <ac:chgData name="firdarheinalia@gmail.com" userId="705ca5c3aae1f1b5" providerId="LiveId" clId="{92E1BE3B-E24F-4588-BF82-16CFE3595115}" dt="2019-01-13T06:28:22.775" v="3015" actId="1036"/>
          <ac:spMkLst>
            <pc:docMk/>
            <pc:sldMk cId="370994163" sldId="413"/>
            <ac:spMk id="10" creationId="{E8294019-8B9E-4AE7-9730-E4E0F5EACF3D}"/>
          </ac:spMkLst>
        </pc:spChg>
        <pc:spChg chg="mod">
          <ac:chgData name="firdarheinalia@gmail.com" userId="705ca5c3aae1f1b5" providerId="LiveId" clId="{92E1BE3B-E24F-4588-BF82-16CFE3595115}" dt="2019-01-12T05:26:09.299" v="6" actId="1076"/>
          <ac:spMkLst>
            <pc:docMk/>
            <pc:sldMk cId="370994163" sldId="413"/>
            <ac:spMk id="24" creationId="{00000000-0000-0000-0000-000000000000}"/>
          </ac:spMkLst>
        </pc:spChg>
        <pc:graphicFrameChg chg="mod modGraphic">
          <ac:chgData name="firdarheinalia@gmail.com" userId="705ca5c3aae1f1b5" providerId="LiveId" clId="{92E1BE3B-E24F-4588-BF82-16CFE3595115}" dt="2019-01-12T07:43:23.817" v="214" actId="20577"/>
          <ac:graphicFrameMkLst>
            <pc:docMk/>
            <pc:sldMk cId="370994163" sldId="413"/>
            <ac:graphicFrameMk id="6" creationId="{00000000-0000-0000-0000-000000000000}"/>
          </ac:graphicFrameMkLst>
        </pc:graphicFrameChg>
      </pc:sldChg>
      <pc:sldChg chg="addSp modSp">
        <pc:chgData name="firdarheinalia@gmail.com" userId="705ca5c3aae1f1b5" providerId="LiveId" clId="{92E1BE3B-E24F-4588-BF82-16CFE3595115}" dt="2019-01-13T06:44:27.426" v="3046" actId="1076"/>
        <pc:sldMkLst>
          <pc:docMk/>
          <pc:sldMk cId="1676344243" sldId="414"/>
        </pc:sldMkLst>
        <pc:spChg chg="mod">
          <ac:chgData name="firdarheinalia@gmail.com" userId="705ca5c3aae1f1b5" providerId="LiveId" clId="{92E1BE3B-E24F-4588-BF82-16CFE3595115}" dt="2019-01-13T06:44:27.426" v="3046" actId="1076"/>
          <ac:spMkLst>
            <pc:docMk/>
            <pc:sldMk cId="1676344243" sldId="414"/>
            <ac:spMk id="12" creationId="{519E0B28-94B0-497B-A1BA-C9AB3C897533}"/>
          </ac:spMkLst>
        </pc:spChg>
        <pc:spChg chg="add">
          <ac:chgData name="firdarheinalia@gmail.com" userId="705ca5c3aae1f1b5" providerId="LiveId" clId="{92E1BE3B-E24F-4588-BF82-16CFE3595115}" dt="2019-01-13T06:30:50.330" v="3029"/>
          <ac:spMkLst>
            <pc:docMk/>
            <pc:sldMk cId="1676344243" sldId="414"/>
            <ac:spMk id="13" creationId="{B99235AD-63AD-426E-B390-DF68E7CB999C}"/>
          </ac:spMkLst>
        </pc:spChg>
        <pc:grpChg chg="mod">
          <ac:chgData name="firdarheinalia@gmail.com" userId="705ca5c3aae1f1b5" providerId="LiveId" clId="{92E1BE3B-E24F-4588-BF82-16CFE3595115}" dt="2019-01-13T06:44:15.932" v="3045" actId="6549"/>
          <ac:grpSpMkLst>
            <pc:docMk/>
            <pc:sldMk cId="1676344243" sldId="414"/>
            <ac:grpSpMk id="10" creationId="{708407AC-10BD-40A3-9439-03338A671ED2}"/>
          </ac:grpSpMkLst>
        </pc:grpChg>
      </pc:sldChg>
      <pc:sldChg chg="addSp modSp modAnim">
        <pc:chgData name="firdarheinalia@gmail.com" userId="705ca5c3aae1f1b5" providerId="LiveId" clId="{92E1BE3B-E24F-4588-BF82-16CFE3595115}" dt="2019-01-13T06:31:18.108" v="3033" actId="1076"/>
        <pc:sldMkLst>
          <pc:docMk/>
          <pc:sldMk cId="2137435366" sldId="416"/>
        </pc:sldMkLst>
        <pc:spChg chg="mod">
          <ac:chgData name="firdarheinalia@gmail.com" userId="705ca5c3aae1f1b5" providerId="LiveId" clId="{92E1BE3B-E24F-4588-BF82-16CFE3595115}" dt="2019-01-12T08:18:42.921" v="266" actId="1076"/>
          <ac:spMkLst>
            <pc:docMk/>
            <pc:sldMk cId="2137435366" sldId="416"/>
            <ac:spMk id="3" creationId="{3727B217-29C3-4EFB-8B47-0FDDCFFC5474}"/>
          </ac:spMkLst>
        </pc:spChg>
        <pc:spChg chg="mod">
          <ac:chgData name="firdarheinalia@gmail.com" userId="705ca5c3aae1f1b5" providerId="LiveId" clId="{92E1BE3B-E24F-4588-BF82-16CFE3595115}" dt="2019-01-12T08:19:51.195" v="271" actId="1076"/>
          <ac:spMkLst>
            <pc:docMk/>
            <pc:sldMk cId="2137435366" sldId="416"/>
            <ac:spMk id="6" creationId="{ABCF97A9-C0CF-480B-A816-3E0901BA4E23}"/>
          </ac:spMkLst>
        </pc:spChg>
        <pc:spChg chg="mod">
          <ac:chgData name="firdarheinalia@gmail.com" userId="705ca5c3aae1f1b5" providerId="LiveId" clId="{92E1BE3B-E24F-4588-BF82-16CFE3595115}" dt="2019-01-12T08:19:07.748" v="267" actId="1076"/>
          <ac:spMkLst>
            <pc:docMk/>
            <pc:sldMk cId="2137435366" sldId="416"/>
            <ac:spMk id="10" creationId="{66D99673-7D3A-4C9D-B4EB-BD318C3414A7}"/>
          </ac:spMkLst>
        </pc:spChg>
        <pc:spChg chg="mod">
          <ac:chgData name="firdarheinalia@gmail.com" userId="705ca5c3aae1f1b5" providerId="LiveId" clId="{92E1BE3B-E24F-4588-BF82-16CFE3595115}" dt="2019-01-12T08:19:43.247" v="270" actId="1076"/>
          <ac:spMkLst>
            <pc:docMk/>
            <pc:sldMk cId="2137435366" sldId="416"/>
            <ac:spMk id="11" creationId="{7F02ECDC-1582-4018-BF82-4520380B4852}"/>
          </ac:spMkLst>
        </pc:spChg>
        <pc:spChg chg="add mod">
          <ac:chgData name="firdarheinalia@gmail.com" userId="705ca5c3aae1f1b5" providerId="LiveId" clId="{92E1BE3B-E24F-4588-BF82-16CFE3595115}" dt="2019-01-13T06:31:18.108" v="3033" actId="1076"/>
          <ac:spMkLst>
            <pc:docMk/>
            <pc:sldMk cId="2137435366" sldId="416"/>
            <ac:spMk id="13" creationId="{0C15DACC-D4BD-4FCB-8FAC-85E7E4D36582}"/>
          </ac:spMkLst>
        </pc:spChg>
      </pc:sldChg>
      <pc:sldChg chg="addSp">
        <pc:chgData name="firdarheinalia@gmail.com" userId="705ca5c3aae1f1b5" providerId="LiveId" clId="{92E1BE3B-E24F-4588-BF82-16CFE3595115}" dt="2019-01-13T06:30:53.817" v="3030"/>
        <pc:sldMkLst>
          <pc:docMk/>
          <pc:sldMk cId="4196973999" sldId="417"/>
        </pc:sldMkLst>
        <pc:spChg chg="add">
          <ac:chgData name="firdarheinalia@gmail.com" userId="705ca5c3aae1f1b5" providerId="LiveId" clId="{92E1BE3B-E24F-4588-BF82-16CFE3595115}" dt="2019-01-13T06:30:53.817" v="3030"/>
          <ac:spMkLst>
            <pc:docMk/>
            <pc:sldMk cId="4196973999" sldId="417"/>
            <ac:spMk id="10" creationId="{E7ED039B-A99B-4782-A40C-84D661B44C03}"/>
          </ac:spMkLst>
        </pc:spChg>
      </pc:sldChg>
      <pc:sldChg chg="addSp">
        <pc:chgData name="firdarheinalia@gmail.com" userId="705ca5c3aae1f1b5" providerId="LiveId" clId="{92E1BE3B-E24F-4588-BF82-16CFE3595115}" dt="2019-01-13T06:30:57.285" v="3031"/>
        <pc:sldMkLst>
          <pc:docMk/>
          <pc:sldMk cId="1844630176" sldId="420"/>
        </pc:sldMkLst>
        <pc:spChg chg="add">
          <ac:chgData name="firdarheinalia@gmail.com" userId="705ca5c3aae1f1b5" providerId="LiveId" clId="{92E1BE3B-E24F-4588-BF82-16CFE3595115}" dt="2019-01-13T06:30:57.285" v="3031"/>
          <ac:spMkLst>
            <pc:docMk/>
            <pc:sldMk cId="1844630176" sldId="420"/>
            <ac:spMk id="17" creationId="{1550853D-7499-4541-8EFF-07B4FF1CBEC6}"/>
          </ac:spMkLst>
        </pc:spChg>
      </pc:sldChg>
      <pc:sldChg chg="addSp delSp modSp add delAnim modAnim">
        <pc:chgData name="firdarheinalia@gmail.com" userId="705ca5c3aae1f1b5" providerId="LiveId" clId="{92E1BE3B-E24F-4588-BF82-16CFE3595115}" dt="2019-01-12T06:55:05.158" v="206"/>
        <pc:sldMkLst>
          <pc:docMk/>
          <pc:sldMk cId="4060915690" sldId="422"/>
        </pc:sldMkLst>
        <pc:spChg chg="del topLvl">
          <ac:chgData name="firdarheinalia@gmail.com" userId="705ca5c3aae1f1b5" providerId="LiveId" clId="{92E1BE3B-E24F-4588-BF82-16CFE3595115}" dt="2019-01-12T06:49:06.315" v="192" actId="478"/>
          <ac:spMkLst>
            <pc:docMk/>
            <pc:sldMk cId="4060915690" sldId="422"/>
            <ac:spMk id="11" creationId="{48B8C653-9278-469F-87E4-E5ADB5033A63}"/>
          </ac:spMkLst>
        </pc:spChg>
        <pc:spChg chg="mod">
          <ac:chgData name="firdarheinalia@gmail.com" userId="705ca5c3aae1f1b5" providerId="LiveId" clId="{92E1BE3B-E24F-4588-BF82-16CFE3595115}" dt="2019-01-12T06:45:16.820" v="190" actId="20577"/>
          <ac:spMkLst>
            <pc:docMk/>
            <pc:sldMk cId="4060915690" sldId="422"/>
            <ac:spMk id="16" creationId="{3134EC9F-B646-4FCC-8D14-892E65CA9364}"/>
          </ac:spMkLst>
        </pc:spChg>
        <pc:grpChg chg="del">
          <ac:chgData name="firdarheinalia@gmail.com" userId="705ca5c3aae1f1b5" providerId="LiveId" clId="{92E1BE3B-E24F-4588-BF82-16CFE3595115}" dt="2019-01-12T06:49:00.561" v="191" actId="478"/>
          <ac:grpSpMkLst>
            <pc:docMk/>
            <pc:sldMk cId="4060915690" sldId="422"/>
            <ac:grpSpMk id="2" creationId="{FEA6C9F1-1F3F-428B-BD04-81AC0A0AEF9A}"/>
          </ac:grpSpMkLst>
        </pc:grpChg>
        <pc:grpChg chg="del">
          <ac:chgData name="firdarheinalia@gmail.com" userId="705ca5c3aae1f1b5" providerId="LiveId" clId="{92E1BE3B-E24F-4588-BF82-16CFE3595115}" dt="2019-01-12T06:49:06.315" v="192" actId="478"/>
          <ac:grpSpMkLst>
            <pc:docMk/>
            <pc:sldMk cId="4060915690" sldId="422"/>
            <ac:grpSpMk id="3" creationId="{03DEB772-0092-4A10-9968-A7975F2A1E5F}"/>
          </ac:grpSpMkLst>
        </pc:grpChg>
        <pc:grpChg chg="add mod">
          <ac:chgData name="firdarheinalia@gmail.com" userId="705ca5c3aae1f1b5" providerId="LiveId" clId="{92E1BE3B-E24F-4588-BF82-16CFE3595115}" dt="2019-01-12T06:55:01.922" v="205" actId="164"/>
          <ac:grpSpMkLst>
            <pc:docMk/>
            <pc:sldMk cId="4060915690" sldId="422"/>
            <ac:grpSpMk id="5" creationId="{2F7BEE2B-2984-4CB3-8203-470A8412F5A1}"/>
          </ac:grpSpMkLst>
        </pc:grpChg>
        <pc:picChg chg="add mod modCrop">
          <ac:chgData name="firdarheinalia@gmail.com" userId="705ca5c3aae1f1b5" providerId="LiveId" clId="{92E1BE3B-E24F-4588-BF82-16CFE3595115}" dt="2019-01-12T06:55:01.922" v="205" actId="164"/>
          <ac:picMkLst>
            <pc:docMk/>
            <pc:sldMk cId="4060915690" sldId="422"/>
            <ac:picMk id="4" creationId="{7988FAED-2564-4EE8-A3BF-D831B7534DE8}"/>
          </ac:picMkLst>
        </pc:picChg>
        <pc:picChg chg="del">
          <ac:chgData name="firdarheinalia@gmail.com" userId="705ca5c3aae1f1b5" providerId="LiveId" clId="{92E1BE3B-E24F-4588-BF82-16CFE3595115}" dt="2019-01-12T06:49:00.561" v="191" actId="478"/>
          <ac:picMkLst>
            <pc:docMk/>
            <pc:sldMk cId="4060915690" sldId="422"/>
            <ac:picMk id="10" creationId="{5FF3FD62-9A08-4966-9F01-8F3EB12B0089}"/>
          </ac:picMkLst>
        </pc:picChg>
        <pc:picChg chg="mod topLvl">
          <ac:chgData name="firdarheinalia@gmail.com" userId="705ca5c3aae1f1b5" providerId="LiveId" clId="{92E1BE3B-E24F-4588-BF82-16CFE3595115}" dt="2019-01-12T06:55:01.922" v="205" actId="164"/>
          <ac:picMkLst>
            <pc:docMk/>
            <pc:sldMk cId="4060915690" sldId="422"/>
            <ac:picMk id="13314" creationId="{160969E9-CFC8-4832-94CD-52810A31BFA6}"/>
          </ac:picMkLst>
        </pc:picChg>
      </pc:sldChg>
      <pc:sldChg chg="addSp delSp modSp add modAnim">
        <pc:chgData name="firdarheinalia@gmail.com" userId="705ca5c3aae1f1b5" providerId="LiveId" clId="{92E1BE3B-E24F-4588-BF82-16CFE3595115}" dt="2019-01-12T06:55:17.470" v="208"/>
        <pc:sldMkLst>
          <pc:docMk/>
          <pc:sldMk cId="2141806713" sldId="423"/>
        </pc:sldMkLst>
        <pc:grpChg chg="add mod">
          <ac:chgData name="firdarheinalia@gmail.com" userId="705ca5c3aae1f1b5" providerId="LiveId" clId="{92E1BE3B-E24F-4588-BF82-16CFE3595115}" dt="2019-01-12T06:55:15.557" v="207" actId="164"/>
          <ac:grpSpMkLst>
            <pc:docMk/>
            <pc:sldMk cId="2141806713" sldId="423"/>
            <ac:grpSpMk id="3" creationId="{7BAD3822-AE76-40F3-9496-41CE864D38FF}"/>
          </ac:grpSpMkLst>
        </pc:grpChg>
        <pc:picChg chg="add mod modCrop">
          <ac:chgData name="firdarheinalia@gmail.com" userId="705ca5c3aae1f1b5" providerId="LiveId" clId="{92E1BE3B-E24F-4588-BF82-16CFE3595115}" dt="2019-01-12T06:55:15.557" v="207" actId="164"/>
          <ac:picMkLst>
            <pc:docMk/>
            <pc:sldMk cId="2141806713" sldId="423"/>
            <ac:picMk id="2" creationId="{0F713B43-ACAD-4731-92D6-971E4C1C7A9B}"/>
          </ac:picMkLst>
        </pc:picChg>
        <pc:picChg chg="del">
          <ac:chgData name="firdarheinalia@gmail.com" userId="705ca5c3aae1f1b5" providerId="LiveId" clId="{92E1BE3B-E24F-4588-BF82-16CFE3595115}" dt="2019-01-12T06:52:54.172" v="201" actId="478"/>
          <ac:picMkLst>
            <pc:docMk/>
            <pc:sldMk cId="2141806713" sldId="423"/>
            <ac:picMk id="4" creationId="{7988FAED-2564-4EE8-A3BF-D831B7534DE8}"/>
          </ac:picMkLst>
        </pc:picChg>
        <pc:picChg chg="mod">
          <ac:chgData name="firdarheinalia@gmail.com" userId="705ca5c3aae1f1b5" providerId="LiveId" clId="{92E1BE3B-E24F-4588-BF82-16CFE3595115}" dt="2019-01-12T06:55:15.557" v="207" actId="164"/>
          <ac:picMkLst>
            <pc:docMk/>
            <pc:sldMk cId="2141806713" sldId="423"/>
            <ac:picMk id="13314" creationId="{160969E9-CFC8-4832-94CD-52810A31BFA6}"/>
          </ac:picMkLst>
        </pc:picChg>
      </pc:sldChg>
      <pc:sldChg chg="addSp delSp modSp add ord delAnim modAnim modNotesTx">
        <pc:chgData name="firdarheinalia@gmail.com" userId="705ca5c3aae1f1b5" providerId="LiveId" clId="{92E1BE3B-E24F-4588-BF82-16CFE3595115}" dt="2019-01-13T09:18:34.837" v="3074" actId="14100"/>
        <pc:sldMkLst>
          <pc:docMk/>
          <pc:sldMk cId="2947876007" sldId="424"/>
        </pc:sldMkLst>
        <pc:spChg chg="del">
          <ac:chgData name="firdarheinalia@gmail.com" userId="705ca5c3aae1f1b5" providerId="LiveId" clId="{92E1BE3B-E24F-4588-BF82-16CFE3595115}" dt="2019-01-12T12:48:36.048" v="301" actId="478"/>
          <ac:spMkLst>
            <pc:docMk/>
            <pc:sldMk cId="2947876007" sldId="424"/>
            <ac:spMk id="2" creationId="{B83B5DD5-B4CA-4E98-8EB4-C48D800AF677}"/>
          </ac:spMkLst>
        </pc:spChg>
        <pc:spChg chg="add mod">
          <ac:chgData name="firdarheinalia@gmail.com" userId="705ca5c3aae1f1b5" providerId="LiveId" clId="{92E1BE3B-E24F-4588-BF82-16CFE3595115}" dt="2019-01-13T06:29:18.420" v="3019" actId="1076"/>
          <ac:spMkLst>
            <pc:docMk/>
            <pc:sldMk cId="2947876007" sldId="424"/>
            <ac:spMk id="9" creationId="{DAA8CBF9-BD9E-499C-B2AA-C3F430E3767B}"/>
          </ac:spMkLst>
        </pc:spChg>
        <pc:spChg chg="del">
          <ac:chgData name="firdarheinalia@gmail.com" userId="705ca5c3aae1f1b5" providerId="LiveId" clId="{92E1BE3B-E24F-4588-BF82-16CFE3595115}" dt="2019-01-12T12:48:36.048" v="301" actId="478"/>
          <ac:spMkLst>
            <pc:docMk/>
            <pc:sldMk cId="2947876007" sldId="424"/>
            <ac:spMk id="12" creationId="{C30FEA27-47B0-4878-B7C4-DEEAE1E5BC3F}"/>
          </ac:spMkLst>
        </pc:spChg>
        <pc:spChg chg="del">
          <ac:chgData name="firdarheinalia@gmail.com" userId="705ca5c3aae1f1b5" providerId="LiveId" clId="{92E1BE3B-E24F-4588-BF82-16CFE3595115}" dt="2019-01-12T12:48:36.048" v="301" actId="478"/>
          <ac:spMkLst>
            <pc:docMk/>
            <pc:sldMk cId="2947876007" sldId="424"/>
            <ac:spMk id="13" creationId="{F4A4D5DC-B89B-44A6-B249-BDD298416EB9}"/>
          </ac:spMkLst>
        </pc:spChg>
        <pc:spChg chg="del">
          <ac:chgData name="firdarheinalia@gmail.com" userId="705ca5c3aae1f1b5" providerId="LiveId" clId="{92E1BE3B-E24F-4588-BF82-16CFE3595115}" dt="2019-01-12T12:48:36.048" v="301" actId="478"/>
          <ac:spMkLst>
            <pc:docMk/>
            <pc:sldMk cId="2947876007" sldId="424"/>
            <ac:spMk id="27" creationId="{ACC92CE0-160B-485A-9087-D801BC3B1A1F}"/>
          </ac:spMkLst>
        </pc:spChg>
        <pc:spChg chg="mod ord">
          <ac:chgData name="firdarheinalia@gmail.com" userId="705ca5c3aae1f1b5" providerId="LiveId" clId="{92E1BE3B-E24F-4588-BF82-16CFE3595115}" dt="2019-01-13T06:27:14.243" v="2950" actId="20577"/>
          <ac:spMkLst>
            <pc:docMk/>
            <pc:sldMk cId="2947876007" sldId="424"/>
            <ac:spMk id="64" creationId="{78BAAC14-8D0F-4739-AC91-1A434B4F84B8}"/>
          </ac:spMkLst>
        </pc:spChg>
        <pc:graphicFrameChg chg="add del">
          <ac:chgData name="firdarheinalia@gmail.com" userId="705ca5c3aae1f1b5" providerId="LiveId" clId="{92E1BE3B-E24F-4588-BF82-16CFE3595115}" dt="2019-01-12T12:51:38.949" v="318"/>
          <ac:graphicFrameMkLst>
            <pc:docMk/>
            <pc:sldMk cId="2947876007" sldId="424"/>
            <ac:graphicFrameMk id="3" creationId="{EDD2AA69-A8F4-494A-9E02-E44F33D4FE7D}"/>
          </ac:graphicFrameMkLst>
        </pc:graphicFrameChg>
        <pc:graphicFrameChg chg="add del mod modGraphic">
          <ac:chgData name="firdarheinalia@gmail.com" userId="705ca5c3aae1f1b5" providerId="LiveId" clId="{92E1BE3B-E24F-4588-BF82-16CFE3595115}" dt="2019-01-12T13:06:17.267" v="460" actId="478"/>
          <ac:graphicFrameMkLst>
            <pc:docMk/>
            <pc:sldMk cId="2947876007" sldId="424"/>
            <ac:graphicFrameMk id="4" creationId="{D4F80C54-7A1E-4CB3-914D-C568AEE16D30}"/>
          </ac:graphicFrameMkLst>
        </pc:graphicFrameChg>
        <pc:graphicFrameChg chg="add del mod modGraphic">
          <ac:chgData name="firdarheinalia@gmail.com" userId="705ca5c3aae1f1b5" providerId="LiveId" clId="{92E1BE3B-E24F-4588-BF82-16CFE3595115}" dt="2019-01-12T13:06:17.267" v="460" actId="478"/>
          <ac:graphicFrameMkLst>
            <pc:docMk/>
            <pc:sldMk cId="2947876007" sldId="424"/>
            <ac:graphicFrameMk id="5" creationId="{204C650B-0630-433D-8C12-2208B8E28241}"/>
          </ac:graphicFrameMkLst>
        </pc:graphicFrameChg>
        <pc:graphicFrameChg chg="add mod modGraphic">
          <ac:chgData name="firdarheinalia@gmail.com" userId="705ca5c3aae1f1b5" providerId="LiveId" clId="{92E1BE3B-E24F-4588-BF82-16CFE3595115}" dt="2019-01-13T09:18:22.990" v="3063" actId="14100"/>
          <ac:graphicFrameMkLst>
            <pc:docMk/>
            <pc:sldMk cId="2947876007" sldId="424"/>
            <ac:graphicFrameMk id="6" creationId="{F5DFADF5-F9B3-468A-82D0-C10382333D1D}"/>
          </ac:graphicFrameMkLst>
        </pc:graphicFrameChg>
        <pc:graphicFrameChg chg="del">
          <ac:chgData name="firdarheinalia@gmail.com" userId="705ca5c3aae1f1b5" providerId="LiveId" clId="{92E1BE3B-E24F-4588-BF82-16CFE3595115}" dt="2019-01-12T12:48:36.048" v="301" actId="478"/>
          <ac:graphicFrameMkLst>
            <pc:docMk/>
            <pc:sldMk cId="2947876007" sldId="424"/>
            <ac:graphicFrameMk id="7" creationId="{7358CF27-0AF3-49CA-9DC9-661EBB6AB74C}"/>
          </ac:graphicFrameMkLst>
        </pc:graphicFrameChg>
        <pc:graphicFrameChg chg="add mod modGraphic">
          <ac:chgData name="firdarheinalia@gmail.com" userId="705ca5c3aae1f1b5" providerId="LiveId" clId="{92E1BE3B-E24F-4588-BF82-16CFE3595115}" dt="2019-01-13T09:18:34.837" v="3074" actId="14100"/>
          <ac:graphicFrameMkLst>
            <pc:docMk/>
            <pc:sldMk cId="2947876007" sldId="424"/>
            <ac:graphicFrameMk id="8" creationId="{507AD5B0-1296-4693-8B2E-6A849562D0A8}"/>
          </ac:graphicFrameMkLst>
        </pc:graphicFrameChg>
        <pc:graphicFrameChg chg="del">
          <ac:chgData name="firdarheinalia@gmail.com" userId="705ca5c3aae1f1b5" providerId="LiveId" clId="{92E1BE3B-E24F-4588-BF82-16CFE3595115}" dt="2019-01-12T12:48:36.048" v="301" actId="478"/>
          <ac:graphicFrameMkLst>
            <pc:docMk/>
            <pc:sldMk cId="2947876007" sldId="424"/>
            <ac:graphicFrameMk id="9" creationId="{4EFE5343-53B1-4F0A-A0DE-3BF296E46523}"/>
          </ac:graphicFrameMkLst>
        </pc:graphicFrameChg>
      </pc:sldChg>
      <pc:sldChg chg="addSp modSp add modAnim modNotesTx">
        <pc:chgData name="firdarheinalia@gmail.com" userId="705ca5c3aae1f1b5" providerId="LiveId" clId="{92E1BE3B-E24F-4588-BF82-16CFE3595115}" dt="2019-01-13T06:28:50.287" v="3017" actId="1076"/>
        <pc:sldMkLst>
          <pc:docMk/>
          <pc:sldMk cId="3321489775" sldId="425"/>
        </pc:sldMkLst>
        <pc:spChg chg="add mod">
          <ac:chgData name="firdarheinalia@gmail.com" userId="705ca5c3aae1f1b5" providerId="LiveId" clId="{92E1BE3B-E24F-4588-BF82-16CFE3595115}" dt="2019-01-13T06:28:50.287" v="3017" actId="1076"/>
          <ac:spMkLst>
            <pc:docMk/>
            <pc:sldMk cId="3321489775" sldId="425"/>
            <ac:spMk id="9" creationId="{B4F60D20-FC3B-4F9E-8AC4-FF5819636537}"/>
          </ac:spMkLst>
        </pc:spChg>
        <pc:spChg chg="mod">
          <ac:chgData name="firdarheinalia@gmail.com" userId="705ca5c3aae1f1b5" providerId="LiveId" clId="{92E1BE3B-E24F-4588-BF82-16CFE3595115}" dt="2019-01-13T06:27:06.805" v="2938" actId="20577"/>
          <ac:spMkLst>
            <pc:docMk/>
            <pc:sldMk cId="3321489775" sldId="425"/>
            <ac:spMk id="64" creationId="{78BAAC14-8D0F-4739-AC91-1A434B4F84B8}"/>
          </ac:spMkLst>
        </pc:spChg>
        <pc:graphicFrameChg chg="mod">
          <ac:chgData name="firdarheinalia@gmail.com" userId="705ca5c3aae1f1b5" providerId="LiveId" clId="{92E1BE3B-E24F-4588-BF82-16CFE3595115}" dt="2019-01-12T13:00:02.086" v="442"/>
          <ac:graphicFrameMkLst>
            <pc:docMk/>
            <pc:sldMk cId="3321489775" sldId="425"/>
            <ac:graphicFrameMk id="4" creationId="{D4F80C54-7A1E-4CB3-914D-C568AEE16D30}"/>
          </ac:graphicFrameMkLst>
        </pc:graphicFrameChg>
        <pc:graphicFrameChg chg="mod">
          <ac:chgData name="firdarheinalia@gmail.com" userId="705ca5c3aae1f1b5" providerId="LiveId" clId="{92E1BE3B-E24F-4588-BF82-16CFE3595115}" dt="2019-01-12T12:58:58.835" v="435"/>
          <ac:graphicFrameMkLst>
            <pc:docMk/>
            <pc:sldMk cId="3321489775" sldId="425"/>
            <ac:graphicFrameMk id="5" creationId="{204C650B-0630-433D-8C12-2208B8E28241}"/>
          </ac:graphicFrameMkLst>
        </pc:graphicFrameChg>
      </pc:sldChg>
      <pc:sldChg chg="addSp modSp add modAnim modNotesTx">
        <pc:chgData name="firdarheinalia@gmail.com" userId="705ca5c3aae1f1b5" providerId="LiveId" clId="{92E1BE3B-E24F-4588-BF82-16CFE3595115}" dt="2019-01-13T06:29:33.887" v="3021" actId="1076"/>
        <pc:sldMkLst>
          <pc:docMk/>
          <pc:sldMk cId="3056998754" sldId="426"/>
        </pc:sldMkLst>
        <pc:spChg chg="add mod">
          <ac:chgData name="firdarheinalia@gmail.com" userId="705ca5c3aae1f1b5" providerId="LiveId" clId="{92E1BE3B-E24F-4588-BF82-16CFE3595115}" dt="2019-01-13T06:29:33.887" v="3021" actId="1076"/>
          <ac:spMkLst>
            <pc:docMk/>
            <pc:sldMk cId="3056998754" sldId="426"/>
            <ac:spMk id="9" creationId="{9D92B417-A760-4EE7-97A6-010647CA8844}"/>
          </ac:spMkLst>
        </pc:spChg>
        <pc:spChg chg="mod">
          <ac:chgData name="firdarheinalia@gmail.com" userId="705ca5c3aae1f1b5" providerId="LiveId" clId="{92E1BE3B-E24F-4588-BF82-16CFE3595115}" dt="2019-01-13T06:27:20.902" v="2967" actId="20577"/>
          <ac:spMkLst>
            <pc:docMk/>
            <pc:sldMk cId="3056998754" sldId="426"/>
            <ac:spMk id="64" creationId="{78BAAC14-8D0F-4739-AC91-1A434B4F84B8}"/>
          </ac:spMkLst>
        </pc:spChg>
        <pc:graphicFrameChg chg="add mod modGraphic">
          <ac:chgData name="firdarheinalia@gmail.com" userId="705ca5c3aae1f1b5" providerId="LiveId" clId="{92E1BE3B-E24F-4588-BF82-16CFE3595115}" dt="2019-01-12T13:15:21.523" v="630" actId="572"/>
          <ac:graphicFrameMkLst>
            <pc:docMk/>
            <pc:sldMk cId="3056998754" sldId="426"/>
            <ac:graphicFrameMk id="2" creationId="{300CBB39-4CAA-4F0E-BC0E-BFC669AC0511}"/>
          </ac:graphicFrameMkLst>
        </pc:graphicFrameChg>
        <pc:graphicFrameChg chg="add mod modGraphic">
          <ac:chgData name="firdarheinalia@gmail.com" userId="705ca5c3aae1f1b5" providerId="LiveId" clId="{92E1BE3B-E24F-4588-BF82-16CFE3595115}" dt="2019-01-12T13:15:31.620" v="632"/>
          <ac:graphicFrameMkLst>
            <pc:docMk/>
            <pc:sldMk cId="3056998754" sldId="426"/>
            <ac:graphicFrameMk id="3" creationId="{08AF7BA1-1B3E-4C48-90FB-1FAB2978312A}"/>
          </ac:graphicFrameMkLst>
        </pc:graphicFrameChg>
      </pc:sldChg>
      <pc:sldChg chg="addSp modSp add modNotesTx">
        <pc:chgData name="firdarheinalia@gmail.com" userId="705ca5c3aae1f1b5" providerId="LiveId" clId="{92E1BE3B-E24F-4588-BF82-16CFE3595115}" dt="2019-01-13T06:29:46.130" v="3023" actId="1076"/>
        <pc:sldMkLst>
          <pc:docMk/>
          <pc:sldMk cId="3088312362" sldId="427"/>
        </pc:sldMkLst>
        <pc:spChg chg="add mod">
          <ac:chgData name="firdarheinalia@gmail.com" userId="705ca5c3aae1f1b5" providerId="LiveId" clId="{92E1BE3B-E24F-4588-BF82-16CFE3595115}" dt="2019-01-13T06:29:46.130" v="3023" actId="1076"/>
          <ac:spMkLst>
            <pc:docMk/>
            <pc:sldMk cId="3088312362" sldId="427"/>
            <ac:spMk id="10" creationId="{21063138-A777-4EDD-A50B-2B9CE33D689A}"/>
          </ac:spMkLst>
        </pc:spChg>
        <pc:spChg chg="mod">
          <ac:chgData name="firdarheinalia@gmail.com" userId="705ca5c3aae1f1b5" providerId="LiveId" clId="{92E1BE3B-E24F-4588-BF82-16CFE3595115}" dt="2019-01-13T06:27:25.777" v="2980" actId="20577"/>
          <ac:spMkLst>
            <pc:docMk/>
            <pc:sldMk cId="3088312362" sldId="427"/>
            <ac:spMk id="64" creationId="{78BAAC14-8D0F-4739-AC91-1A434B4F84B8}"/>
          </ac:spMkLst>
        </pc:spChg>
        <pc:graphicFrameChg chg="mod modGraphic">
          <ac:chgData name="firdarheinalia@gmail.com" userId="705ca5c3aae1f1b5" providerId="LiveId" clId="{92E1BE3B-E24F-4588-BF82-16CFE3595115}" dt="2019-01-12T13:53:43.831" v="838" actId="5793"/>
          <ac:graphicFrameMkLst>
            <pc:docMk/>
            <pc:sldMk cId="3088312362" sldId="427"/>
            <ac:graphicFrameMk id="7" creationId="{00000000-0000-0000-0000-000000000000}"/>
          </ac:graphicFrameMkLst>
        </pc:graphicFrameChg>
        <pc:graphicFrameChg chg="mod modGraphic">
          <ac:chgData name="firdarheinalia@gmail.com" userId="705ca5c3aae1f1b5" providerId="LiveId" clId="{92E1BE3B-E24F-4588-BF82-16CFE3595115}" dt="2019-01-12T13:53:48.595" v="842" actId="5793"/>
          <ac:graphicFrameMkLst>
            <pc:docMk/>
            <pc:sldMk cId="3088312362" sldId="427"/>
            <ac:graphicFrameMk id="9" creationId="{00000000-0000-0000-0000-000000000000}"/>
          </ac:graphicFrameMkLst>
        </pc:graphicFrameChg>
      </pc:sldChg>
      <pc:sldChg chg="addSp modSp add modNotesTx">
        <pc:chgData name="firdarheinalia@gmail.com" userId="705ca5c3aae1f1b5" providerId="LiveId" clId="{92E1BE3B-E24F-4588-BF82-16CFE3595115}" dt="2019-01-13T09:19:05.927" v="3099" actId="14100"/>
        <pc:sldMkLst>
          <pc:docMk/>
          <pc:sldMk cId="3619245169" sldId="428"/>
        </pc:sldMkLst>
        <pc:spChg chg="add mod">
          <ac:chgData name="firdarheinalia@gmail.com" userId="705ca5c3aae1f1b5" providerId="LiveId" clId="{92E1BE3B-E24F-4588-BF82-16CFE3595115}" dt="2019-01-13T06:30:01.624" v="3025" actId="1076"/>
          <ac:spMkLst>
            <pc:docMk/>
            <pc:sldMk cId="3619245169" sldId="428"/>
            <ac:spMk id="9" creationId="{A16AA05C-26D1-4B7D-BCF9-170290E2110A}"/>
          </ac:spMkLst>
        </pc:spChg>
        <pc:spChg chg="mod">
          <ac:chgData name="firdarheinalia@gmail.com" userId="705ca5c3aae1f1b5" providerId="LiveId" clId="{92E1BE3B-E24F-4588-BF82-16CFE3595115}" dt="2019-01-13T06:27:31.427" v="2995" actId="20577"/>
          <ac:spMkLst>
            <pc:docMk/>
            <pc:sldMk cId="3619245169" sldId="428"/>
            <ac:spMk id="64" creationId="{78BAAC14-8D0F-4739-AC91-1A434B4F84B8}"/>
          </ac:spMkLst>
        </pc:spChg>
        <pc:graphicFrameChg chg="add mod modGraphic">
          <ac:chgData name="firdarheinalia@gmail.com" userId="705ca5c3aae1f1b5" providerId="LiveId" clId="{92E1BE3B-E24F-4588-BF82-16CFE3595115}" dt="2019-01-13T09:18:54.003" v="3087" actId="14100"/>
          <ac:graphicFrameMkLst>
            <pc:docMk/>
            <pc:sldMk cId="3619245169" sldId="428"/>
            <ac:graphicFrameMk id="2" creationId="{D77D0C2B-5013-4473-B51B-97117AA64AD1}"/>
          </ac:graphicFrameMkLst>
        </pc:graphicFrameChg>
        <pc:graphicFrameChg chg="add mod modGraphic">
          <ac:chgData name="firdarheinalia@gmail.com" userId="705ca5c3aae1f1b5" providerId="LiveId" clId="{92E1BE3B-E24F-4588-BF82-16CFE3595115}" dt="2019-01-13T09:19:05.927" v="3099" actId="14100"/>
          <ac:graphicFrameMkLst>
            <pc:docMk/>
            <pc:sldMk cId="3619245169" sldId="428"/>
            <ac:graphicFrameMk id="3" creationId="{6F1B356E-3A62-495A-9F11-DF51D6C91F8F}"/>
          </ac:graphicFrameMkLst>
        </pc:graphicFrameChg>
      </pc:sldChg>
    </pc:docChg>
  </pc:docChgLst>
  <pc:docChgLst>
    <pc:chgData name="Astrid Febrianca Astrid" userId="c12a9cdec1a0c9cd" providerId="LiveId" clId="{3463FAB1-B172-40F8-AEEA-6D119558275E}"/>
    <pc:docChg chg="undo custSel addSld delSld modSld sldOrd">
      <pc:chgData name="Astrid Febrianca Astrid" userId="c12a9cdec1a0c9cd" providerId="LiveId" clId="{3463FAB1-B172-40F8-AEEA-6D119558275E}" dt="2019-01-13T15:08:03.276" v="8665" actId="1076"/>
      <pc:docMkLst>
        <pc:docMk/>
      </pc:docMkLst>
      <pc:sldChg chg="addSp delSp modSp">
        <pc:chgData name="Astrid Febrianca Astrid" userId="c12a9cdec1a0c9cd" providerId="LiveId" clId="{3463FAB1-B172-40F8-AEEA-6D119558275E}" dt="2019-01-10T08:52:48.301" v="264" actId="12788"/>
        <pc:sldMkLst>
          <pc:docMk/>
          <pc:sldMk cId="7401686" sldId="256"/>
        </pc:sldMkLst>
        <pc:spChg chg="mod">
          <ac:chgData name="Astrid Febrianca Astrid" userId="c12a9cdec1a0c9cd" providerId="LiveId" clId="{3463FAB1-B172-40F8-AEEA-6D119558275E}" dt="2019-01-10T08:52:48.301" v="264" actId="12788"/>
          <ac:spMkLst>
            <pc:docMk/>
            <pc:sldMk cId="7401686" sldId="256"/>
            <ac:spMk id="12" creationId="{B74543A3-A871-44B0-9BA4-4FD784D7E9E8}"/>
          </ac:spMkLst>
        </pc:spChg>
        <pc:spChg chg="mod">
          <ac:chgData name="Astrid Febrianca Astrid" userId="c12a9cdec1a0c9cd" providerId="LiveId" clId="{3463FAB1-B172-40F8-AEEA-6D119558275E}" dt="2019-01-10T08:49:44.787" v="179" actId="20577"/>
          <ac:spMkLst>
            <pc:docMk/>
            <pc:sldMk cId="7401686" sldId="256"/>
            <ac:spMk id="54" creationId="{44A23744-D77C-42C9-9123-02987EB3A91C}"/>
          </ac:spMkLst>
        </pc:spChg>
        <pc:spChg chg="del">
          <ac:chgData name="Astrid Febrianca Astrid" userId="c12a9cdec1a0c9cd" providerId="LiveId" clId="{3463FAB1-B172-40F8-AEEA-6D119558275E}" dt="2019-01-10T08:52:19.816" v="257" actId="478"/>
          <ac:spMkLst>
            <pc:docMk/>
            <pc:sldMk cId="7401686" sldId="256"/>
            <ac:spMk id="55" creationId="{AFF9DFF5-3FCA-4D5F-89E8-7EAD527841B2}"/>
          </ac:spMkLst>
        </pc:spChg>
        <pc:spChg chg="mod">
          <ac:chgData name="Astrid Febrianca Astrid" userId="c12a9cdec1a0c9cd" providerId="LiveId" clId="{3463FAB1-B172-40F8-AEEA-6D119558275E}" dt="2019-01-10T08:52:35.296" v="261" actId="1076"/>
          <ac:spMkLst>
            <pc:docMk/>
            <pc:sldMk cId="7401686" sldId="256"/>
            <ac:spMk id="66" creationId="{07C6DBF7-4EAC-4C73-BCA0-558E28AC9512}"/>
          </ac:spMkLst>
        </pc:spChg>
        <pc:grpChg chg="mod">
          <ac:chgData name="Astrid Febrianca Astrid" userId="c12a9cdec1a0c9cd" providerId="LiveId" clId="{3463FAB1-B172-40F8-AEEA-6D119558275E}" dt="2019-01-10T08:52:30.565" v="260" actId="12789"/>
          <ac:grpSpMkLst>
            <pc:docMk/>
            <pc:sldMk cId="7401686" sldId="256"/>
            <ac:grpSpMk id="53" creationId="{68E650D7-8B00-4A62-A325-F03F3DB889B5}"/>
          </ac:grpSpMkLst>
        </pc:grpChg>
        <pc:cxnChg chg="add del">
          <ac:chgData name="Astrid Febrianca Astrid" userId="c12a9cdec1a0c9cd" providerId="LiveId" clId="{3463FAB1-B172-40F8-AEEA-6D119558275E}" dt="2019-01-10T08:46:39.307" v="36" actId="478"/>
          <ac:cxnSpMkLst>
            <pc:docMk/>
            <pc:sldMk cId="7401686" sldId="256"/>
            <ac:cxnSpMk id="17" creationId="{F3C4F2AB-07F7-48E2-B10B-9E1D15370301}"/>
          </ac:cxnSpMkLst>
        </pc:cxnChg>
        <pc:cxnChg chg="mod">
          <ac:chgData name="Astrid Febrianca Astrid" userId="c12a9cdec1a0c9cd" providerId="LiveId" clId="{3463FAB1-B172-40F8-AEEA-6D119558275E}" dt="2019-01-10T08:52:40.767" v="262" actId="1076"/>
          <ac:cxnSpMkLst>
            <pc:docMk/>
            <pc:sldMk cId="7401686" sldId="256"/>
            <ac:cxnSpMk id="56" creationId="{D3D017D1-9B42-4963-8502-47952533B93E}"/>
          </ac:cxnSpMkLst>
        </pc:cxnChg>
      </pc:sldChg>
      <pc:sldChg chg="modSp ord modNotesTx">
        <pc:chgData name="Astrid Febrianca Astrid" userId="c12a9cdec1a0c9cd" providerId="LiveId" clId="{3463FAB1-B172-40F8-AEEA-6D119558275E}" dt="2019-01-10T15:18:59.805" v="687" actId="20577"/>
        <pc:sldMkLst>
          <pc:docMk/>
          <pc:sldMk cId="3227863831" sldId="312"/>
        </pc:sldMkLst>
        <pc:spChg chg="mod">
          <ac:chgData name="Astrid Febrianca Astrid" userId="c12a9cdec1a0c9cd" providerId="LiveId" clId="{3463FAB1-B172-40F8-AEEA-6D119558275E}" dt="2019-01-10T15:18:29.424" v="566" actId="113"/>
          <ac:spMkLst>
            <pc:docMk/>
            <pc:sldMk cId="3227863831" sldId="312"/>
            <ac:spMk id="58" creationId="{1025C0CE-D7E0-4E23-A05D-ADCFF41736DC}"/>
          </ac:spMkLst>
        </pc:spChg>
        <pc:spChg chg="mod">
          <ac:chgData name="Astrid Febrianca Astrid" userId="c12a9cdec1a0c9cd" providerId="LiveId" clId="{3463FAB1-B172-40F8-AEEA-6D119558275E}" dt="2019-01-10T15:09:25.419" v="293" actId="1035"/>
          <ac:spMkLst>
            <pc:docMk/>
            <pc:sldMk cId="3227863831" sldId="312"/>
            <ac:spMk id="134" creationId="{B80E75CC-2912-4B00-8493-A0CAE13E7F41}"/>
          </ac:spMkLst>
        </pc:spChg>
      </pc:sldChg>
      <pc:sldChg chg="modSp">
        <pc:chgData name="Astrid Febrianca Astrid" userId="c12a9cdec1a0c9cd" providerId="LiveId" clId="{3463FAB1-B172-40F8-AEEA-6D119558275E}" dt="2019-01-13T06:19:32.689" v="5647" actId="1076"/>
        <pc:sldMkLst>
          <pc:docMk/>
          <pc:sldMk cId="1384720185" sldId="321"/>
        </pc:sldMkLst>
        <pc:spChg chg="mod">
          <ac:chgData name="Astrid Febrianca Astrid" userId="c12a9cdec1a0c9cd" providerId="LiveId" clId="{3463FAB1-B172-40F8-AEEA-6D119558275E}" dt="2019-01-13T06:16:48.567" v="5625" actId="1076"/>
          <ac:spMkLst>
            <pc:docMk/>
            <pc:sldMk cId="1384720185" sldId="321"/>
            <ac:spMk id="15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6:16:48.567" v="5625" actId="1076"/>
          <ac:spMkLst>
            <pc:docMk/>
            <pc:sldMk cId="1384720185" sldId="321"/>
            <ac:spMk id="16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6:16:48.567" v="5625" actId="1076"/>
          <ac:spMkLst>
            <pc:docMk/>
            <pc:sldMk cId="1384720185" sldId="321"/>
            <ac:spMk id="17" creationId="{00000000-0000-0000-0000-000000000000}"/>
          </ac:spMkLst>
        </pc:spChg>
        <pc:grpChg chg="mod">
          <ac:chgData name="Astrid Febrianca Astrid" userId="c12a9cdec1a0c9cd" providerId="LiveId" clId="{3463FAB1-B172-40F8-AEEA-6D119558275E}" dt="2019-01-13T06:16:48.567" v="5625" actId="1076"/>
          <ac:grpSpMkLst>
            <pc:docMk/>
            <pc:sldMk cId="1384720185" sldId="321"/>
            <ac:grpSpMk id="4" creationId="{00000000-0000-0000-0000-000000000000}"/>
          </ac:grpSpMkLst>
        </pc:grpChg>
        <pc:picChg chg="mod">
          <ac:chgData name="Astrid Febrianca Astrid" userId="c12a9cdec1a0c9cd" providerId="LiveId" clId="{3463FAB1-B172-40F8-AEEA-6D119558275E}" dt="2019-01-13T06:19:32.689" v="5647" actId="1076"/>
          <ac:picMkLst>
            <pc:docMk/>
            <pc:sldMk cId="1384720185" sldId="321"/>
            <ac:picMk id="20" creationId="{00000000-0000-0000-0000-000000000000}"/>
          </ac:picMkLst>
        </pc:picChg>
      </pc:sldChg>
      <pc:sldChg chg="addSp delSp modSp ord modNotesTx">
        <pc:chgData name="Astrid Febrianca Astrid" userId="c12a9cdec1a0c9cd" providerId="LiveId" clId="{3463FAB1-B172-40F8-AEEA-6D119558275E}" dt="2019-01-10T15:20:07.795" v="869" actId="20577"/>
        <pc:sldMkLst>
          <pc:docMk/>
          <pc:sldMk cId="2227162082" sldId="324"/>
        </pc:sldMkLst>
        <pc:spChg chg="add">
          <ac:chgData name="Astrid Febrianca Astrid" userId="c12a9cdec1a0c9cd" providerId="LiveId" clId="{3463FAB1-B172-40F8-AEEA-6D119558275E}" dt="2019-01-10T15:09:36.588" v="295"/>
          <ac:spMkLst>
            <pc:docMk/>
            <pc:sldMk cId="2227162082" sldId="324"/>
            <ac:spMk id="26" creationId="{7F7C475C-7E5A-4AE7-8242-0234AEF0C829}"/>
          </ac:spMkLst>
        </pc:spChg>
        <pc:spChg chg="mod">
          <ac:chgData name="Astrid Febrianca Astrid" userId="c12a9cdec1a0c9cd" providerId="LiveId" clId="{3463FAB1-B172-40F8-AEEA-6D119558275E}" dt="2019-01-10T15:20:07.795" v="869" actId="20577"/>
          <ac:spMkLst>
            <pc:docMk/>
            <pc:sldMk cId="2227162082" sldId="324"/>
            <ac:spMk id="58" creationId="{1025C0CE-D7E0-4E23-A05D-ADCFF41736DC}"/>
          </ac:spMkLst>
        </pc:spChg>
        <pc:spChg chg="del">
          <ac:chgData name="Astrid Febrianca Astrid" userId="c12a9cdec1a0c9cd" providerId="LiveId" clId="{3463FAB1-B172-40F8-AEEA-6D119558275E}" dt="2019-01-10T15:09:35.698" v="294" actId="478"/>
          <ac:spMkLst>
            <pc:docMk/>
            <pc:sldMk cId="2227162082" sldId="324"/>
            <ac:spMk id="134" creationId="{B80E75CC-2912-4B00-8493-A0CAE13E7F41}"/>
          </ac:spMkLst>
        </pc:spChg>
      </pc:sldChg>
      <pc:sldChg chg="addSp delSp modSp ord modNotesTx">
        <pc:chgData name="Astrid Febrianca Astrid" userId="c12a9cdec1a0c9cd" providerId="LiveId" clId="{3463FAB1-B172-40F8-AEEA-6D119558275E}" dt="2019-01-10T15:20:59.368" v="1063" actId="20577"/>
        <pc:sldMkLst>
          <pc:docMk/>
          <pc:sldMk cId="946523464" sldId="325"/>
        </pc:sldMkLst>
        <pc:spChg chg="add">
          <ac:chgData name="Astrid Febrianca Astrid" userId="c12a9cdec1a0c9cd" providerId="LiveId" clId="{3463FAB1-B172-40F8-AEEA-6D119558275E}" dt="2019-01-10T15:09:40.307" v="297"/>
          <ac:spMkLst>
            <pc:docMk/>
            <pc:sldMk cId="946523464" sldId="325"/>
            <ac:spMk id="26" creationId="{F4E1D46E-3381-44A4-B51F-9DA8FAD7F4AE}"/>
          </ac:spMkLst>
        </pc:spChg>
        <pc:spChg chg="mod">
          <ac:chgData name="Astrid Febrianca Astrid" userId="c12a9cdec1a0c9cd" providerId="LiveId" clId="{3463FAB1-B172-40F8-AEEA-6D119558275E}" dt="2019-01-10T15:14:39.325" v="413" actId="114"/>
          <ac:spMkLst>
            <pc:docMk/>
            <pc:sldMk cId="946523464" sldId="325"/>
            <ac:spMk id="58" creationId="{1025C0CE-D7E0-4E23-A05D-ADCFF41736DC}"/>
          </ac:spMkLst>
        </pc:spChg>
        <pc:spChg chg="del">
          <ac:chgData name="Astrid Febrianca Astrid" userId="c12a9cdec1a0c9cd" providerId="LiveId" clId="{3463FAB1-B172-40F8-AEEA-6D119558275E}" dt="2019-01-10T15:09:39.510" v="296" actId="478"/>
          <ac:spMkLst>
            <pc:docMk/>
            <pc:sldMk cId="946523464" sldId="325"/>
            <ac:spMk id="134" creationId="{B80E75CC-2912-4B00-8493-A0CAE13E7F41}"/>
          </ac:spMkLst>
        </pc:spChg>
      </pc:sldChg>
      <pc:sldChg chg="addSp delSp modSp ord modNotesTx">
        <pc:chgData name="Astrid Febrianca Astrid" userId="c12a9cdec1a0c9cd" providerId="LiveId" clId="{3463FAB1-B172-40F8-AEEA-6D119558275E}" dt="2019-01-10T15:21:33.217" v="1189" actId="20577"/>
        <pc:sldMkLst>
          <pc:docMk/>
          <pc:sldMk cId="3010032995" sldId="326"/>
        </pc:sldMkLst>
        <pc:spChg chg="add">
          <ac:chgData name="Astrid Febrianca Astrid" userId="c12a9cdec1a0c9cd" providerId="LiveId" clId="{3463FAB1-B172-40F8-AEEA-6D119558275E}" dt="2019-01-10T15:09:44.014" v="299"/>
          <ac:spMkLst>
            <pc:docMk/>
            <pc:sldMk cId="3010032995" sldId="326"/>
            <ac:spMk id="26" creationId="{1096B8CF-5513-4749-A6CA-CDD61A1FEE16}"/>
          </ac:spMkLst>
        </pc:spChg>
        <pc:spChg chg="mod">
          <ac:chgData name="Astrid Febrianca Astrid" userId="c12a9cdec1a0c9cd" providerId="LiveId" clId="{3463FAB1-B172-40F8-AEEA-6D119558275E}" dt="2019-01-10T15:16:04.914" v="506" actId="20577"/>
          <ac:spMkLst>
            <pc:docMk/>
            <pc:sldMk cId="3010032995" sldId="326"/>
            <ac:spMk id="58" creationId="{1025C0CE-D7E0-4E23-A05D-ADCFF41736DC}"/>
          </ac:spMkLst>
        </pc:spChg>
        <pc:spChg chg="del">
          <ac:chgData name="Astrid Febrianca Astrid" userId="c12a9cdec1a0c9cd" providerId="LiveId" clId="{3463FAB1-B172-40F8-AEEA-6D119558275E}" dt="2019-01-10T15:09:43.311" v="298" actId="478"/>
          <ac:spMkLst>
            <pc:docMk/>
            <pc:sldMk cId="3010032995" sldId="326"/>
            <ac:spMk id="134" creationId="{B80E75CC-2912-4B00-8493-A0CAE13E7F41}"/>
          </ac:spMkLst>
        </pc:spChg>
      </pc:sldChg>
      <pc:sldChg chg="addSp delSp modSp delAnim modAnim modNotesTx">
        <pc:chgData name="Astrid Febrianca Astrid" userId="c12a9cdec1a0c9cd" providerId="LiveId" clId="{3463FAB1-B172-40F8-AEEA-6D119558275E}" dt="2019-01-13T15:03:16.945" v="8630"/>
        <pc:sldMkLst>
          <pc:docMk/>
          <pc:sldMk cId="2301248773" sldId="331"/>
        </pc:sldMkLst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9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10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11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12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15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16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17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18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19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20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21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22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23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24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25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26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27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28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29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30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31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32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33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34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35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36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37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38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39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40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41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42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43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44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45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46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2T13:44:58.154" v="2207" actId="1076"/>
          <ac:spMkLst>
            <pc:docMk/>
            <pc:sldMk cId="2301248773" sldId="331"/>
            <ac:spMk id="48" creationId="{00000000-0000-0000-0000-000000000000}"/>
          </ac:spMkLst>
        </pc:spChg>
        <pc:spChg chg="mod topLvl">
          <ac:chgData name="Astrid Febrianca Astrid" userId="c12a9cdec1a0c9cd" providerId="LiveId" clId="{3463FAB1-B172-40F8-AEEA-6D119558275E}" dt="2019-01-13T15:01:57.868" v="8620" actId="164"/>
          <ac:spMkLst>
            <pc:docMk/>
            <pc:sldMk cId="2301248773" sldId="331"/>
            <ac:spMk id="51" creationId="{00000000-0000-0000-0000-000000000000}"/>
          </ac:spMkLst>
        </pc:spChg>
        <pc:spChg chg="mod topLvl">
          <ac:chgData name="Astrid Febrianca Astrid" userId="c12a9cdec1a0c9cd" providerId="LiveId" clId="{3463FAB1-B172-40F8-AEEA-6D119558275E}" dt="2019-01-13T15:01:57.868" v="8620" actId="164"/>
          <ac:spMkLst>
            <pc:docMk/>
            <pc:sldMk cId="2301248773" sldId="331"/>
            <ac:spMk id="52" creationId="{00000000-0000-0000-0000-000000000000}"/>
          </ac:spMkLst>
        </pc:spChg>
        <pc:spChg chg="mod topLvl">
          <ac:chgData name="Astrid Febrianca Astrid" userId="c12a9cdec1a0c9cd" providerId="LiveId" clId="{3463FAB1-B172-40F8-AEEA-6D119558275E}" dt="2019-01-13T15:01:08.539" v="8614" actId="165"/>
          <ac:spMkLst>
            <pc:docMk/>
            <pc:sldMk cId="2301248773" sldId="331"/>
            <ac:spMk id="53" creationId="{00000000-0000-0000-0000-000000000000}"/>
          </ac:spMkLst>
        </pc:spChg>
        <pc:spChg chg="mod topLvl">
          <ac:chgData name="Astrid Febrianca Astrid" userId="c12a9cdec1a0c9cd" providerId="LiveId" clId="{3463FAB1-B172-40F8-AEEA-6D119558275E}" dt="2019-01-13T15:01:08.539" v="8614" actId="165"/>
          <ac:spMkLst>
            <pc:docMk/>
            <pc:sldMk cId="2301248773" sldId="331"/>
            <ac:spMk id="54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2T13:41:43.836" v="2178" actId="478"/>
          <ac:spMkLst>
            <pc:docMk/>
            <pc:sldMk cId="2301248773" sldId="331"/>
            <ac:spMk id="57" creationId="{00000000-0000-0000-0000-000000000000}"/>
          </ac:spMkLst>
        </pc:spChg>
        <pc:spChg chg="mod topLvl">
          <ac:chgData name="Astrid Febrianca Astrid" userId="c12a9cdec1a0c9cd" providerId="LiveId" clId="{3463FAB1-B172-40F8-AEEA-6D119558275E}" dt="2019-01-13T15:01:08.539" v="8614" actId="165"/>
          <ac:spMkLst>
            <pc:docMk/>
            <pc:sldMk cId="2301248773" sldId="331"/>
            <ac:spMk id="60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62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12.899" v="2444" actId="164"/>
          <ac:spMkLst>
            <pc:docMk/>
            <pc:sldMk cId="2301248773" sldId="331"/>
            <ac:spMk id="63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64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3:09:20.834" v="2445" actId="164"/>
          <ac:spMkLst>
            <pc:docMk/>
            <pc:sldMk cId="2301248773" sldId="331"/>
            <ac:spMk id="65" creationId="{00000000-0000-0000-0000-000000000000}"/>
          </ac:spMkLst>
        </pc:spChg>
        <pc:spChg chg="add mod">
          <ac:chgData name="Astrid Febrianca Astrid" userId="c12a9cdec1a0c9cd" providerId="LiveId" clId="{3463FAB1-B172-40F8-AEEA-6D119558275E}" dt="2019-01-12T13:44:52.993" v="2204" actId="1076"/>
          <ac:spMkLst>
            <pc:docMk/>
            <pc:sldMk cId="2301248773" sldId="331"/>
            <ac:spMk id="68" creationId="{C6958B4D-E937-4B1B-A718-1AB5E1077A90}"/>
          </ac:spMkLst>
        </pc:spChg>
        <pc:grpChg chg="add del mod">
          <ac:chgData name="Astrid Febrianca Astrid" userId="c12a9cdec1a0c9cd" providerId="LiveId" clId="{3463FAB1-B172-40F8-AEEA-6D119558275E}" dt="2019-01-13T15:01:08.539" v="8614" actId="165"/>
          <ac:grpSpMkLst>
            <pc:docMk/>
            <pc:sldMk cId="2301248773" sldId="331"/>
            <ac:grpSpMk id="2" creationId="{59BE6307-0418-4A5C-8DBC-CDBE061C4D66}"/>
          </ac:grpSpMkLst>
        </pc:grpChg>
        <pc:grpChg chg="add mod">
          <ac:chgData name="Astrid Febrianca Astrid" userId="c12a9cdec1a0c9cd" providerId="LiveId" clId="{3463FAB1-B172-40F8-AEEA-6D119558275E}" dt="2019-01-13T03:09:12.899" v="2444" actId="164"/>
          <ac:grpSpMkLst>
            <pc:docMk/>
            <pc:sldMk cId="2301248773" sldId="331"/>
            <ac:grpSpMk id="3" creationId="{B519DFED-6BAE-4328-A606-01FBE8DB9CD8}"/>
          </ac:grpSpMkLst>
        </pc:grpChg>
        <pc:grpChg chg="add mod">
          <ac:chgData name="Astrid Febrianca Astrid" userId="c12a9cdec1a0c9cd" providerId="LiveId" clId="{3463FAB1-B172-40F8-AEEA-6D119558275E}" dt="2019-01-13T03:09:20.834" v="2445" actId="164"/>
          <ac:grpSpMkLst>
            <pc:docMk/>
            <pc:sldMk cId="2301248773" sldId="331"/>
            <ac:grpSpMk id="4" creationId="{A1EF8776-765E-4DDD-BADE-A925BD99B70D}"/>
          </ac:grpSpMkLst>
        </pc:grpChg>
        <pc:grpChg chg="add mod">
          <ac:chgData name="Astrid Febrianca Astrid" userId="c12a9cdec1a0c9cd" providerId="LiveId" clId="{3463FAB1-B172-40F8-AEEA-6D119558275E}" dt="2019-01-13T15:01:57.868" v="8620" actId="164"/>
          <ac:grpSpMkLst>
            <pc:docMk/>
            <pc:sldMk cId="2301248773" sldId="331"/>
            <ac:grpSpMk id="5" creationId="{2491EDE9-035F-4CB5-8BD4-86061BAB4D51}"/>
          </ac:grpSpMkLst>
        </pc:grpChg>
        <pc:cxnChg chg="mod">
          <ac:chgData name="Astrid Febrianca Astrid" userId="c12a9cdec1a0c9cd" providerId="LiveId" clId="{3463FAB1-B172-40F8-AEEA-6D119558275E}" dt="2019-01-12T13:45:00.780" v="2208" actId="14100"/>
          <ac:cxnSpMkLst>
            <pc:docMk/>
            <pc:sldMk cId="2301248773" sldId="331"/>
            <ac:cxnSpMk id="47" creationId="{00000000-0000-0000-0000-000000000000}"/>
          </ac:cxnSpMkLst>
        </pc:cxnChg>
        <pc:cxnChg chg="mod topLvl">
          <ac:chgData name="Astrid Febrianca Astrid" userId="c12a9cdec1a0c9cd" providerId="LiveId" clId="{3463FAB1-B172-40F8-AEEA-6D119558275E}" dt="2019-01-13T15:01:08.539" v="8614" actId="165"/>
          <ac:cxnSpMkLst>
            <pc:docMk/>
            <pc:sldMk cId="2301248773" sldId="331"/>
            <ac:cxnSpMk id="55" creationId="{00000000-0000-0000-0000-000000000000}"/>
          </ac:cxnSpMkLst>
        </pc:cxnChg>
        <pc:cxnChg chg="mod">
          <ac:chgData name="Astrid Febrianca Astrid" userId="c12a9cdec1a0c9cd" providerId="LiveId" clId="{3463FAB1-B172-40F8-AEEA-6D119558275E}" dt="2019-01-12T13:45:37.067" v="2217" actId="14100"/>
          <ac:cxnSpMkLst>
            <pc:docMk/>
            <pc:sldMk cId="2301248773" sldId="331"/>
            <ac:cxnSpMk id="58" creationId="{00000000-0000-0000-0000-000000000000}"/>
          </ac:cxnSpMkLst>
        </pc:cxnChg>
        <pc:cxnChg chg="mod topLvl">
          <ac:chgData name="Astrid Febrianca Astrid" userId="c12a9cdec1a0c9cd" providerId="LiveId" clId="{3463FAB1-B172-40F8-AEEA-6D119558275E}" dt="2019-01-13T15:01:08.539" v="8614" actId="165"/>
          <ac:cxnSpMkLst>
            <pc:docMk/>
            <pc:sldMk cId="2301248773" sldId="331"/>
            <ac:cxnSpMk id="61" creationId="{00000000-0000-0000-0000-000000000000}"/>
          </ac:cxnSpMkLst>
        </pc:cxnChg>
        <pc:cxnChg chg="del">
          <ac:chgData name="Astrid Febrianca Astrid" userId="c12a9cdec1a0c9cd" providerId="LiveId" clId="{3463FAB1-B172-40F8-AEEA-6D119558275E}" dt="2019-01-12T13:41:50.787" v="2180" actId="478"/>
          <ac:cxnSpMkLst>
            <pc:docMk/>
            <pc:sldMk cId="2301248773" sldId="331"/>
            <ac:cxnSpMk id="66" creationId="{00000000-0000-0000-0000-000000000000}"/>
          </ac:cxnSpMkLst>
        </pc:cxnChg>
        <pc:cxnChg chg="add mod">
          <ac:chgData name="Astrid Febrianca Astrid" userId="c12a9cdec1a0c9cd" providerId="LiveId" clId="{3463FAB1-B172-40F8-AEEA-6D119558275E}" dt="2019-01-12T13:44:50.116" v="2203" actId="14100"/>
          <ac:cxnSpMkLst>
            <pc:docMk/>
            <pc:sldMk cId="2301248773" sldId="331"/>
            <ac:cxnSpMk id="67" creationId="{F9D11D1C-C91F-445C-B907-15975EF2CBC5}"/>
          </ac:cxnSpMkLst>
        </pc:cxnChg>
        <pc:cxnChg chg="add mod">
          <ac:chgData name="Astrid Febrianca Astrid" userId="c12a9cdec1a0c9cd" providerId="LiveId" clId="{3463FAB1-B172-40F8-AEEA-6D119558275E}" dt="2019-01-12T13:45:27.076" v="2215" actId="14100"/>
          <ac:cxnSpMkLst>
            <pc:docMk/>
            <pc:sldMk cId="2301248773" sldId="331"/>
            <ac:cxnSpMk id="69" creationId="{0D54501B-8881-4D79-B0B1-664804983538}"/>
          </ac:cxnSpMkLst>
        </pc:cxnChg>
      </pc:sldChg>
      <pc:sldChg chg="modSp modNotesTx">
        <pc:chgData name="Astrid Febrianca Astrid" userId="c12a9cdec1a0c9cd" providerId="LiveId" clId="{3463FAB1-B172-40F8-AEEA-6D119558275E}" dt="2019-01-13T03:40:06.265" v="4901" actId="20577"/>
        <pc:sldMkLst>
          <pc:docMk/>
          <pc:sldMk cId="146672144" sldId="332"/>
        </pc:sldMkLst>
        <pc:spChg chg="mod">
          <ac:chgData name="Astrid Febrianca Astrid" userId="c12a9cdec1a0c9cd" providerId="LiveId" clId="{3463FAB1-B172-40F8-AEEA-6D119558275E}" dt="2019-01-13T03:37:28.233" v="4564" actId="1076"/>
          <ac:spMkLst>
            <pc:docMk/>
            <pc:sldMk cId="146672144" sldId="332"/>
            <ac:spMk id="84" creationId="{8CA6D5AF-C7D5-47D6-B947-60E0690DE742}"/>
          </ac:spMkLst>
        </pc:spChg>
        <pc:spChg chg="mod">
          <ac:chgData name="Astrid Febrianca Astrid" userId="c12a9cdec1a0c9cd" providerId="LiveId" clId="{3463FAB1-B172-40F8-AEEA-6D119558275E}" dt="2019-01-13T03:37:44.252" v="4566" actId="1076"/>
          <ac:spMkLst>
            <pc:docMk/>
            <pc:sldMk cId="146672144" sldId="332"/>
            <ac:spMk id="85" creationId="{70170B33-F1BB-4A91-A0D2-B03843BB70F1}"/>
          </ac:spMkLst>
        </pc:spChg>
        <pc:spChg chg="mod">
          <ac:chgData name="Astrid Febrianca Astrid" userId="c12a9cdec1a0c9cd" providerId="LiveId" clId="{3463FAB1-B172-40F8-AEEA-6D119558275E}" dt="2019-01-12T13:52:53.649" v="2240" actId="14100"/>
          <ac:spMkLst>
            <pc:docMk/>
            <pc:sldMk cId="146672144" sldId="332"/>
            <ac:spMk id="91" creationId="{27314B8D-A7A0-41D1-ACF6-F249C6330854}"/>
          </ac:spMkLst>
        </pc:spChg>
        <pc:spChg chg="mod">
          <ac:chgData name="Astrid Febrianca Astrid" userId="c12a9cdec1a0c9cd" providerId="LiveId" clId="{3463FAB1-B172-40F8-AEEA-6D119558275E}" dt="2019-01-12T13:52:57.226" v="2242" actId="14100"/>
          <ac:spMkLst>
            <pc:docMk/>
            <pc:sldMk cId="146672144" sldId="332"/>
            <ac:spMk id="94" creationId="{2881BA7E-C4CC-4AD0-8F79-4FF1B789BA5A}"/>
          </ac:spMkLst>
        </pc:spChg>
        <pc:spChg chg="mod">
          <ac:chgData name="Astrid Febrianca Astrid" userId="c12a9cdec1a0c9cd" providerId="LiveId" clId="{3463FAB1-B172-40F8-AEEA-6D119558275E}" dt="2019-01-13T03:37:40.097" v="4565" actId="1076"/>
          <ac:spMkLst>
            <pc:docMk/>
            <pc:sldMk cId="146672144" sldId="332"/>
            <ac:spMk id="96" creationId="{B5D4ED1E-E6E7-4DA4-8D1F-493B5B4C9D88}"/>
          </ac:spMkLst>
        </pc:spChg>
        <pc:spChg chg="mod ord">
          <ac:chgData name="Astrid Febrianca Astrid" userId="c12a9cdec1a0c9cd" providerId="LiveId" clId="{3463FAB1-B172-40F8-AEEA-6D119558275E}" dt="2019-01-13T03:37:28.233" v="4564" actId="1076"/>
          <ac:spMkLst>
            <pc:docMk/>
            <pc:sldMk cId="146672144" sldId="332"/>
            <ac:spMk id="97" creationId="{29C80B13-985D-4C0E-AA37-0EF18424227B}"/>
          </ac:spMkLst>
        </pc:spChg>
        <pc:grpChg chg="mod">
          <ac:chgData name="Astrid Febrianca Astrid" userId="c12a9cdec1a0c9cd" providerId="LiveId" clId="{3463FAB1-B172-40F8-AEEA-6D119558275E}" dt="2019-01-12T13:50:36.436" v="2226"/>
          <ac:grpSpMkLst>
            <pc:docMk/>
            <pc:sldMk cId="146672144" sldId="332"/>
            <ac:grpSpMk id="106" creationId="{1A783108-163B-4EC6-B480-FF92DBFC5511}"/>
          </ac:grpSpMkLst>
        </pc:grpChg>
        <pc:grpChg chg="mod">
          <ac:chgData name="Astrid Febrianca Astrid" userId="c12a9cdec1a0c9cd" providerId="LiveId" clId="{3463FAB1-B172-40F8-AEEA-6D119558275E}" dt="2019-01-12T13:53:23.302" v="2246"/>
          <ac:grpSpMkLst>
            <pc:docMk/>
            <pc:sldMk cId="146672144" sldId="332"/>
            <ac:grpSpMk id="107" creationId="{E7BC13D2-3F14-4147-B391-B2644D9C2B17}"/>
          </ac:grpSpMkLst>
        </pc:grpChg>
        <pc:grpChg chg="mod">
          <ac:chgData name="Astrid Febrianca Astrid" userId="c12a9cdec1a0c9cd" providerId="LiveId" clId="{3463FAB1-B172-40F8-AEEA-6D119558275E}" dt="2019-01-12T13:53:41.034" v="2258" actId="1076"/>
          <ac:grpSpMkLst>
            <pc:docMk/>
            <pc:sldMk cId="146672144" sldId="332"/>
            <ac:grpSpMk id="111" creationId="{5F4542DC-A09C-43D5-8148-70D904B7087C}"/>
          </ac:grpSpMkLst>
        </pc:grpChg>
      </pc:sldChg>
      <pc:sldChg chg="modAnim modNotesTx">
        <pc:chgData name="Astrid Febrianca Astrid" userId="c12a9cdec1a0c9cd" providerId="LiveId" clId="{3463FAB1-B172-40F8-AEEA-6D119558275E}" dt="2019-01-12T02:39:45.386" v="2059" actId="20577"/>
        <pc:sldMkLst>
          <pc:docMk/>
          <pc:sldMk cId="707937710" sldId="333"/>
        </pc:sldMkLst>
      </pc:sldChg>
      <pc:sldChg chg="del modNotesTx">
        <pc:chgData name="Astrid Febrianca Astrid" userId="c12a9cdec1a0c9cd" providerId="LiveId" clId="{3463FAB1-B172-40F8-AEEA-6D119558275E}" dt="2019-01-13T04:22:01.386" v="5088" actId="2696"/>
        <pc:sldMkLst>
          <pc:docMk/>
          <pc:sldMk cId="2765215710" sldId="334"/>
        </pc:sldMkLst>
      </pc:sldChg>
      <pc:sldChg chg="modNotesTx">
        <pc:chgData name="Astrid Febrianca Astrid" userId="c12a9cdec1a0c9cd" providerId="LiveId" clId="{3463FAB1-B172-40F8-AEEA-6D119558275E}" dt="2019-01-13T04:24:45.522" v="5517" actId="20577"/>
        <pc:sldMkLst>
          <pc:docMk/>
          <pc:sldMk cId="4207862883" sldId="335"/>
        </pc:sldMkLst>
      </pc:sldChg>
      <pc:sldChg chg="modNotesTx">
        <pc:chgData name="Astrid Febrianca Astrid" userId="c12a9cdec1a0c9cd" providerId="LiveId" clId="{3463FAB1-B172-40F8-AEEA-6D119558275E}" dt="2019-01-13T04:25:22.880" v="5620" actId="20577"/>
        <pc:sldMkLst>
          <pc:docMk/>
          <pc:sldMk cId="2805051333" sldId="336"/>
        </pc:sldMkLst>
      </pc:sldChg>
      <pc:sldChg chg="modSp add modNotesTx">
        <pc:chgData name="Astrid Febrianca Astrid" userId="c12a9cdec1a0c9cd" providerId="LiveId" clId="{3463FAB1-B172-40F8-AEEA-6D119558275E}" dt="2019-01-13T06:37:22.084" v="6781" actId="20577"/>
        <pc:sldMkLst>
          <pc:docMk/>
          <pc:sldMk cId="630738200" sldId="337"/>
        </pc:sldMkLst>
        <pc:spChg chg="mod">
          <ac:chgData name="Astrid Febrianca Astrid" userId="c12a9cdec1a0c9cd" providerId="LiveId" clId="{3463FAB1-B172-40F8-AEEA-6D119558275E}" dt="2019-01-12T03:00:20.635" v="2143" actId="114"/>
          <ac:spMkLst>
            <pc:docMk/>
            <pc:sldMk cId="630738200" sldId="337"/>
            <ac:spMk id="13" creationId="{990ADCA4-44DB-45C5-A5DE-9731AE5293F1}"/>
          </ac:spMkLst>
        </pc:spChg>
        <pc:graphicFrameChg chg="modGraphic">
          <ac:chgData name="Astrid Febrianca Astrid" userId="c12a9cdec1a0c9cd" providerId="LiveId" clId="{3463FAB1-B172-40F8-AEEA-6D119558275E}" dt="2019-01-11T16:54:14.514" v="1234" actId="113"/>
          <ac:graphicFrameMkLst>
            <pc:docMk/>
            <pc:sldMk cId="630738200" sldId="337"/>
            <ac:graphicFrameMk id="15" creationId="{FC0C21CC-5399-4272-B654-CD8FF2D34FE0}"/>
          </ac:graphicFrameMkLst>
        </pc:graphicFrameChg>
      </pc:sldChg>
      <pc:sldChg chg="addSp modSp add modNotesTx">
        <pc:chgData name="Astrid Febrianca Astrid" userId="c12a9cdec1a0c9cd" providerId="LiveId" clId="{3463FAB1-B172-40F8-AEEA-6D119558275E}" dt="2019-01-13T15:08:03.276" v="8665" actId="1076"/>
        <pc:sldMkLst>
          <pc:docMk/>
          <pc:sldMk cId="2652680869" sldId="338"/>
        </pc:sldMkLst>
        <pc:spChg chg="add mod">
          <ac:chgData name="Astrid Febrianca Astrid" userId="c12a9cdec1a0c9cd" providerId="LiveId" clId="{3463FAB1-B172-40F8-AEEA-6D119558275E}" dt="2019-01-13T15:08:03.276" v="8665" actId="1076"/>
          <ac:spMkLst>
            <pc:docMk/>
            <pc:sldMk cId="2652680869" sldId="338"/>
            <ac:spMk id="12" creationId="{F0ADBB9A-7C8D-4EE9-BE56-76FD81FEDDF9}"/>
          </ac:spMkLst>
        </pc:spChg>
      </pc:sldChg>
      <pc:sldChg chg="add modNotesTx">
        <pc:chgData name="Astrid Febrianca Astrid" userId="c12a9cdec1a0c9cd" providerId="LiveId" clId="{3463FAB1-B172-40F8-AEEA-6D119558275E}" dt="2019-01-13T06:39:11.316" v="6964" actId="20577"/>
        <pc:sldMkLst>
          <pc:docMk/>
          <pc:sldMk cId="3848861717" sldId="340"/>
        </pc:sldMkLst>
      </pc:sldChg>
      <pc:sldChg chg="add modNotesTx">
        <pc:chgData name="Astrid Febrianca Astrid" userId="c12a9cdec1a0c9cd" providerId="LiveId" clId="{3463FAB1-B172-40F8-AEEA-6D119558275E}" dt="2019-01-13T06:40:41.372" v="7253" actId="20577"/>
        <pc:sldMkLst>
          <pc:docMk/>
          <pc:sldMk cId="3271671959" sldId="341"/>
        </pc:sldMkLst>
      </pc:sldChg>
      <pc:sldChg chg="addSp delSp modSp add addAnim delAnim modNotesTx">
        <pc:chgData name="Astrid Febrianca Astrid" userId="c12a9cdec1a0c9cd" providerId="LiveId" clId="{3463FAB1-B172-40F8-AEEA-6D119558275E}" dt="2019-01-13T06:59:12.379" v="8227" actId="20577"/>
        <pc:sldMkLst>
          <pc:docMk/>
          <pc:sldMk cId="1729602381" sldId="342"/>
        </pc:sldMkLst>
        <pc:graphicFrameChg chg="add del mod modGraphic">
          <ac:chgData name="Astrid Febrianca Astrid" userId="c12a9cdec1a0c9cd" providerId="LiveId" clId="{3463FAB1-B172-40F8-AEEA-6D119558275E}" dt="2019-01-13T06:59:12.379" v="8227" actId="20577"/>
          <ac:graphicFrameMkLst>
            <pc:docMk/>
            <pc:sldMk cId="1729602381" sldId="342"/>
            <ac:graphicFrameMk id="21" creationId="{57A72F16-9AFB-46B8-BB47-676D22EAF1CD}"/>
          </ac:graphicFrameMkLst>
        </pc:graphicFrameChg>
      </pc:sldChg>
      <pc:sldChg chg="addSp delSp modSp add addAnim delAnim modAnim modNotesTx">
        <pc:chgData name="Astrid Febrianca Astrid" userId="c12a9cdec1a0c9cd" providerId="LiveId" clId="{3463FAB1-B172-40F8-AEEA-6D119558275E}" dt="2019-01-13T15:07:15.212" v="8663" actId="207"/>
        <pc:sldMkLst>
          <pc:docMk/>
          <pc:sldMk cId="3134531951" sldId="343"/>
        </pc:sldMkLst>
        <pc:spChg chg="add del mod">
          <ac:chgData name="Astrid Febrianca Astrid" userId="c12a9cdec1a0c9cd" providerId="LiveId" clId="{3463FAB1-B172-40F8-AEEA-6D119558275E}" dt="2019-01-13T15:05:09.113" v="8640" actId="1076"/>
          <ac:spMkLst>
            <pc:docMk/>
            <pc:sldMk cId="3134531951" sldId="343"/>
            <ac:spMk id="7" creationId="{5B5B5124-7774-4D49-B3A0-050D609E788C}"/>
          </ac:spMkLst>
        </pc:spChg>
        <pc:spChg chg="del topLvl">
          <ac:chgData name="Astrid Febrianca Astrid" userId="c12a9cdec1a0c9cd" providerId="LiveId" clId="{3463FAB1-B172-40F8-AEEA-6D119558275E}" dt="2019-01-13T15:04:55.985" v="8637" actId="478"/>
          <ac:spMkLst>
            <pc:docMk/>
            <pc:sldMk cId="3134531951" sldId="343"/>
            <ac:spMk id="77" creationId="{1A25B883-0D8B-4BA3-8D66-561A9CB4D9D1}"/>
          </ac:spMkLst>
        </pc:spChg>
        <pc:spChg chg="del">
          <ac:chgData name="Astrid Febrianca Astrid" userId="c12a9cdec1a0c9cd" providerId="LiveId" clId="{3463FAB1-B172-40F8-AEEA-6D119558275E}" dt="2019-01-13T15:04:52.320" v="8636" actId="478"/>
          <ac:spMkLst>
            <pc:docMk/>
            <pc:sldMk cId="3134531951" sldId="343"/>
            <ac:spMk id="86" creationId="{D7437D64-275F-4DBA-9E45-EAAEB3DEEA7E}"/>
          </ac:spMkLst>
        </pc:spChg>
        <pc:grpChg chg="add del mod">
          <ac:chgData name="Astrid Febrianca Astrid" userId="c12a9cdec1a0c9cd" providerId="LiveId" clId="{3463FAB1-B172-40F8-AEEA-6D119558275E}" dt="2019-01-13T15:05:09.113" v="8640" actId="1076"/>
          <ac:grpSpMkLst>
            <pc:docMk/>
            <pc:sldMk cId="3134531951" sldId="343"/>
            <ac:grpSpMk id="5" creationId="{72749895-9340-4E01-B04B-E0C941FDD45A}"/>
          </ac:grpSpMkLst>
        </pc:grpChg>
        <pc:grpChg chg="del mod">
          <ac:chgData name="Astrid Febrianca Astrid" userId="c12a9cdec1a0c9cd" providerId="LiveId" clId="{3463FAB1-B172-40F8-AEEA-6D119558275E}" dt="2019-01-13T15:04:55.985" v="8637" actId="478"/>
          <ac:grpSpMkLst>
            <pc:docMk/>
            <pc:sldMk cId="3134531951" sldId="343"/>
            <ac:grpSpMk id="6" creationId="{61DD5950-1510-4CF0-ADC9-93D415A3FAF7}"/>
          </ac:grpSpMkLst>
        </pc:grpChg>
        <pc:grpChg chg="add del mod">
          <ac:chgData name="Astrid Febrianca Astrid" userId="c12a9cdec1a0c9cd" providerId="LiveId" clId="{3463FAB1-B172-40F8-AEEA-6D119558275E}" dt="2019-01-13T15:05:09.113" v="8640" actId="1076"/>
          <ac:grpSpMkLst>
            <pc:docMk/>
            <pc:sldMk cId="3134531951" sldId="343"/>
            <ac:grpSpMk id="19" creationId="{1CDF7DF1-D0C8-403C-A3C9-759B7AEA2B38}"/>
          </ac:grpSpMkLst>
        </pc:grpChg>
        <pc:grpChg chg="del">
          <ac:chgData name="Astrid Febrianca Astrid" userId="c12a9cdec1a0c9cd" providerId="LiveId" clId="{3463FAB1-B172-40F8-AEEA-6D119558275E}" dt="2019-01-13T15:04:52.320" v="8636" actId="478"/>
          <ac:grpSpMkLst>
            <pc:docMk/>
            <pc:sldMk cId="3134531951" sldId="343"/>
            <ac:grpSpMk id="108" creationId="{BE9A8B5D-006A-4511-9831-E32AC2FCC883}"/>
          </ac:grpSpMkLst>
        </pc:grpChg>
        <pc:graphicFrameChg chg="mod modGraphic">
          <ac:chgData name="Astrid Febrianca Astrid" userId="c12a9cdec1a0c9cd" providerId="LiveId" clId="{3463FAB1-B172-40F8-AEEA-6D119558275E}" dt="2019-01-13T15:07:15.212" v="8663" actId="207"/>
          <ac:graphicFrameMkLst>
            <pc:docMk/>
            <pc:sldMk cId="3134531951" sldId="343"/>
            <ac:graphicFrameMk id="21" creationId="{57A72F16-9AFB-46B8-BB47-676D22EAF1CD}"/>
          </ac:graphicFrameMkLst>
        </pc:graphicFrameChg>
        <pc:picChg chg="mod topLvl">
          <ac:chgData name="Astrid Febrianca Astrid" userId="c12a9cdec1a0c9cd" providerId="LiveId" clId="{3463FAB1-B172-40F8-AEEA-6D119558275E}" dt="2019-01-13T15:05:09.113" v="8640" actId="1076"/>
          <ac:picMkLst>
            <pc:docMk/>
            <pc:sldMk cId="3134531951" sldId="343"/>
            <ac:picMk id="13" creationId="{13859FDB-C2E2-4DC8-8B2A-021D7942CC11}"/>
          </ac:picMkLst>
        </pc:picChg>
      </pc:sldChg>
      <pc:sldChg chg="addSp delSp modSp add delAnim modAnim modNotesTx">
        <pc:chgData name="Astrid Febrianca Astrid" userId="c12a9cdec1a0c9cd" providerId="LiveId" clId="{3463FAB1-B172-40F8-AEEA-6D119558275E}" dt="2019-01-13T15:07:09.465" v="8662" actId="207"/>
        <pc:sldMkLst>
          <pc:docMk/>
          <pc:sldMk cId="3083820251" sldId="344"/>
        </pc:sldMkLst>
        <pc:spChg chg="mod">
          <ac:chgData name="Astrid Febrianca Astrid" userId="c12a9cdec1a0c9cd" providerId="LiveId" clId="{3463FAB1-B172-40F8-AEEA-6D119558275E}" dt="2019-01-13T15:06:55.211" v="8661" actId="1076"/>
          <ac:spMkLst>
            <pc:docMk/>
            <pc:sldMk cId="3083820251" sldId="344"/>
            <ac:spMk id="7" creationId="{5B5B5124-7774-4D49-B3A0-050D609E788C}"/>
          </ac:spMkLst>
        </pc:spChg>
        <pc:spChg chg="del topLvl">
          <ac:chgData name="Astrid Febrianca Astrid" userId="c12a9cdec1a0c9cd" providerId="LiveId" clId="{3463FAB1-B172-40F8-AEEA-6D119558275E}" dt="2019-01-13T15:05:54.446" v="8650" actId="478"/>
          <ac:spMkLst>
            <pc:docMk/>
            <pc:sldMk cId="3083820251" sldId="344"/>
            <ac:spMk id="77" creationId="{1A25B883-0D8B-4BA3-8D66-561A9CB4D9D1}"/>
          </ac:spMkLst>
        </pc:spChg>
        <pc:spChg chg="del">
          <ac:chgData name="Astrid Febrianca Astrid" userId="c12a9cdec1a0c9cd" providerId="LiveId" clId="{3463FAB1-B172-40F8-AEEA-6D119558275E}" dt="2019-01-13T15:05:52.030" v="8649" actId="478"/>
          <ac:spMkLst>
            <pc:docMk/>
            <pc:sldMk cId="3083820251" sldId="344"/>
            <ac:spMk id="86" creationId="{D7437D64-275F-4DBA-9E45-EAAEB3DEEA7E}"/>
          </ac:spMkLst>
        </pc:spChg>
        <pc:grpChg chg="mod">
          <ac:chgData name="Astrid Febrianca Astrid" userId="c12a9cdec1a0c9cd" providerId="LiveId" clId="{3463FAB1-B172-40F8-AEEA-6D119558275E}" dt="2019-01-13T15:06:55.211" v="8661" actId="1076"/>
          <ac:grpSpMkLst>
            <pc:docMk/>
            <pc:sldMk cId="3083820251" sldId="344"/>
            <ac:grpSpMk id="5" creationId="{72749895-9340-4E01-B04B-E0C941FDD45A}"/>
          </ac:grpSpMkLst>
        </pc:grpChg>
        <pc:grpChg chg="del">
          <ac:chgData name="Astrid Febrianca Astrid" userId="c12a9cdec1a0c9cd" providerId="LiveId" clId="{3463FAB1-B172-40F8-AEEA-6D119558275E}" dt="2019-01-13T15:05:54.446" v="8650" actId="478"/>
          <ac:grpSpMkLst>
            <pc:docMk/>
            <pc:sldMk cId="3083820251" sldId="344"/>
            <ac:grpSpMk id="6" creationId="{61DD5950-1510-4CF0-ADC9-93D415A3FAF7}"/>
          </ac:grpSpMkLst>
        </pc:grpChg>
        <pc:grpChg chg="del">
          <ac:chgData name="Astrid Febrianca Astrid" userId="c12a9cdec1a0c9cd" providerId="LiveId" clId="{3463FAB1-B172-40F8-AEEA-6D119558275E}" dt="2019-01-13T15:05:52.030" v="8649" actId="478"/>
          <ac:grpSpMkLst>
            <pc:docMk/>
            <pc:sldMk cId="3083820251" sldId="344"/>
            <ac:grpSpMk id="108" creationId="{BE9A8B5D-006A-4511-9831-E32AC2FCC883}"/>
          </ac:grpSpMkLst>
        </pc:grpChg>
        <pc:graphicFrameChg chg="add del modGraphic">
          <ac:chgData name="Astrid Febrianca Astrid" userId="c12a9cdec1a0c9cd" providerId="LiveId" clId="{3463FAB1-B172-40F8-AEEA-6D119558275E}" dt="2019-01-13T15:06:37.344" v="8657" actId="478"/>
          <ac:graphicFrameMkLst>
            <pc:docMk/>
            <pc:sldMk cId="3083820251" sldId="344"/>
            <ac:graphicFrameMk id="18" creationId="{7774695A-3357-424C-B1DC-03454A08CF58}"/>
          </ac:graphicFrameMkLst>
        </pc:graphicFrameChg>
        <pc:graphicFrameChg chg="mod modGraphic">
          <ac:chgData name="Astrid Febrianca Astrid" userId="c12a9cdec1a0c9cd" providerId="LiveId" clId="{3463FAB1-B172-40F8-AEEA-6D119558275E}" dt="2019-01-13T15:07:09.465" v="8662" actId="207"/>
          <ac:graphicFrameMkLst>
            <pc:docMk/>
            <pc:sldMk cId="3083820251" sldId="344"/>
            <ac:graphicFrameMk id="21" creationId="{57A72F16-9AFB-46B8-BB47-676D22EAF1CD}"/>
          </ac:graphicFrameMkLst>
        </pc:graphicFrameChg>
        <pc:picChg chg="mod topLvl">
          <ac:chgData name="Astrid Febrianca Astrid" userId="c12a9cdec1a0c9cd" providerId="LiveId" clId="{3463FAB1-B172-40F8-AEEA-6D119558275E}" dt="2019-01-13T15:06:55.211" v="8661" actId="1076"/>
          <ac:picMkLst>
            <pc:docMk/>
            <pc:sldMk cId="3083820251" sldId="344"/>
            <ac:picMk id="13" creationId="{13859FDB-C2E2-4DC8-8B2A-021D7942CC11}"/>
          </ac:picMkLst>
        </pc:picChg>
      </pc:sldChg>
      <pc:sldChg chg="addSp delSp modSp add">
        <pc:chgData name="Astrid Febrianca Astrid" userId="c12a9cdec1a0c9cd" providerId="LiveId" clId="{3463FAB1-B172-40F8-AEEA-6D119558275E}" dt="2019-01-10T15:08:30.794" v="273" actId="12788"/>
        <pc:sldMkLst>
          <pc:docMk/>
          <pc:sldMk cId="232675601" sldId="345"/>
        </pc:sldMkLst>
        <pc:spChg chg="mod">
          <ac:chgData name="Astrid Febrianca Astrid" userId="c12a9cdec1a0c9cd" providerId="LiveId" clId="{3463FAB1-B172-40F8-AEEA-6D119558275E}" dt="2019-01-10T08:51:41.754" v="254" actId="1076"/>
          <ac:spMkLst>
            <pc:docMk/>
            <pc:sldMk cId="232675601" sldId="345"/>
            <ac:spMk id="12" creationId="{B74543A3-A871-44B0-9BA4-4FD784D7E9E8}"/>
          </ac:spMkLst>
        </pc:spChg>
        <pc:spChg chg="add mod">
          <ac:chgData name="Astrid Febrianca Astrid" userId="c12a9cdec1a0c9cd" providerId="LiveId" clId="{3463FAB1-B172-40F8-AEEA-6D119558275E}" dt="2019-01-10T08:51:50.331" v="255" actId="1076"/>
          <ac:spMkLst>
            <pc:docMk/>
            <pc:sldMk cId="232675601" sldId="345"/>
            <ac:spMk id="17" creationId="{26B954B6-6FBC-48D4-A4B3-A00F4B937A27}"/>
          </ac:spMkLst>
        </pc:spChg>
        <pc:spChg chg="mod topLvl">
          <ac:chgData name="Astrid Febrianca Astrid" userId="c12a9cdec1a0c9cd" providerId="LiveId" clId="{3463FAB1-B172-40F8-AEEA-6D119558275E}" dt="2019-01-10T08:47:20.960" v="74" actId="20577"/>
          <ac:spMkLst>
            <pc:docMk/>
            <pc:sldMk cId="232675601" sldId="345"/>
            <ac:spMk id="54" creationId="{44A23744-D77C-42C9-9123-02987EB3A91C}"/>
          </ac:spMkLst>
        </pc:spChg>
        <pc:spChg chg="add del mod topLvl">
          <ac:chgData name="Astrid Febrianca Astrid" userId="c12a9cdec1a0c9cd" providerId="LiveId" clId="{3463FAB1-B172-40F8-AEEA-6D119558275E}" dt="2019-01-10T08:46:49.912" v="40" actId="478"/>
          <ac:spMkLst>
            <pc:docMk/>
            <pc:sldMk cId="232675601" sldId="345"/>
            <ac:spMk id="55" creationId="{AFF9DFF5-3FCA-4D5F-89E8-7EAD527841B2}"/>
          </ac:spMkLst>
        </pc:spChg>
        <pc:spChg chg="mod">
          <ac:chgData name="Astrid Febrianca Astrid" userId="c12a9cdec1a0c9cd" providerId="LiveId" clId="{3463FAB1-B172-40F8-AEEA-6D119558275E}" dt="2019-01-10T08:51:53.587" v="256" actId="1076"/>
          <ac:spMkLst>
            <pc:docMk/>
            <pc:sldMk cId="232675601" sldId="345"/>
            <ac:spMk id="66" creationId="{07C6DBF7-4EAC-4C73-BCA0-558E28AC9512}"/>
          </ac:spMkLst>
        </pc:spChg>
        <pc:grpChg chg="add del mod">
          <ac:chgData name="Astrid Febrianca Astrid" userId="c12a9cdec1a0c9cd" providerId="LiveId" clId="{3463FAB1-B172-40F8-AEEA-6D119558275E}" dt="2019-01-10T08:48:11.808" v="89" actId="478"/>
          <ac:grpSpMkLst>
            <pc:docMk/>
            <pc:sldMk cId="232675601" sldId="345"/>
            <ac:grpSpMk id="53" creationId="{68E650D7-8B00-4A62-A325-F03F3DB889B5}"/>
          </ac:grpSpMkLst>
        </pc:grpChg>
        <pc:cxnChg chg="add mod">
          <ac:chgData name="Astrid Febrianca Astrid" userId="c12a9cdec1a0c9cd" providerId="LiveId" clId="{3463FAB1-B172-40F8-AEEA-6D119558275E}" dt="2019-01-10T15:08:30.794" v="273" actId="12788"/>
          <ac:cxnSpMkLst>
            <pc:docMk/>
            <pc:sldMk cId="232675601" sldId="345"/>
            <ac:cxnSpMk id="14" creationId="{C90AC65E-70CA-4E63-BCE5-03FFBECEE77D}"/>
          </ac:cxnSpMkLst>
        </pc:cxnChg>
        <pc:cxnChg chg="add del mod">
          <ac:chgData name="Astrid Febrianca Astrid" userId="c12a9cdec1a0c9cd" providerId="LiveId" clId="{3463FAB1-B172-40F8-AEEA-6D119558275E}" dt="2019-01-10T08:47:29.830" v="78" actId="1076"/>
          <ac:cxnSpMkLst>
            <pc:docMk/>
            <pc:sldMk cId="232675601" sldId="345"/>
            <ac:cxnSpMk id="56" creationId="{D3D017D1-9B42-4963-8502-47952533B93E}"/>
          </ac:cxnSpMkLst>
        </pc:cxnChg>
      </pc:sldChg>
      <pc:sldChg chg="modSp add modTransition">
        <pc:chgData name="Astrid Febrianca Astrid" userId="c12a9cdec1a0c9cd" providerId="LiveId" clId="{3463FAB1-B172-40F8-AEEA-6D119558275E}" dt="2019-01-10T15:16:18.423" v="507" actId="207"/>
        <pc:sldMkLst>
          <pc:docMk/>
          <pc:sldMk cId="2584856122" sldId="346"/>
        </pc:sldMkLst>
        <pc:spChg chg="mod">
          <ac:chgData name="Astrid Febrianca Astrid" userId="c12a9cdec1a0c9cd" providerId="LiveId" clId="{3463FAB1-B172-40F8-AEEA-6D119558275E}" dt="2019-01-10T15:16:18.423" v="507" actId="207"/>
          <ac:spMkLst>
            <pc:docMk/>
            <pc:sldMk cId="2584856122" sldId="346"/>
            <ac:spMk id="2" creationId="{8E0EB1B6-5627-4607-9130-9917F63E8073}"/>
          </ac:spMkLst>
        </pc:spChg>
        <pc:spChg chg="mod">
          <ac:chgData name="Astrid Febrianca Astrid" userId="c12a9cdec1a0c9cd" providerId="LiveId" clId="{3463FAB1-B172-40F8-AEEA-6D119558275E}" dt="2019-01-10T15:12:13.814" v="338" actId="20577"/>
          <ac:spMkLst>
            <pc:docMk/>
            <pc:sldMk cId="2584856122" sldId="346"/>
            <ac:spMk id="69" creationId="{289D0DF4-E03D-4196-86F0-16189994B781}"/>
          </ac:spMkLst>
        </pc:spChg>
      </pc:sldChg>
      <pc:sldChg chg="modSp">
        <pc:chgData name="Astrid Febrianca Astrid" userId="c12a9cdec1a0c9cd" providerId="LiveId" clId="{3463FAB1-B172-40F8-AEEA-6D119558275E}" dt="2019-01-13T08:29:22.181" v="8285" actId="20577"/>
        <pc:sldMkLst>
          <pc:docMk/>
          <pc:sldMk cId="3025980098" sldId="359"/>
        </pc:sldMkLst>
        <pc:graphicFrameChg chg="modGraphic">
          <ac:chgData name="Astrid Febrianca Astrid" userId="c12a9cdec1a0c9cd" providerId="LiveId" clId="{3463FAB1-B172-40F8-AEEA-6D119558275E}" dt="2019-01-13T08:29:22.181" v="8285" actId="20577"/>
          <ac:graphicFrameMkLst>
            <pc:docMk/>
            <pc:sldMk cId="3025980098" sldId="359"/>
            <ac:graphicFrameMk id="2" creationId="{8B16BDEA-4AEB-4826-B5AE-2249C2FD6EDF}"/>
          </ac:graphicFrameMkLst>
        </pc:graphicFrameChg>
      </pc:sldChg>
      <pc:sldChg chg="modSp">
        <pc:chgData name="Astrid Febrianca Astrid" userId="c12a9cdec1a0c9cd" providerId="LiveId" clId="{3463FAB1-B172-40F8-AEEA-6D119558275E}" dt="2019-01-13T08:29:43.469" v="8341" actId="20577"/>
        <pc:sldMkLst>
          <pc:docMk/>
          <pc:sldMk cId="1362740634" sldId="360"/>
        </pc:sldMkLst>
        <pc:graphicFrameChg chg="modGraphic">
          <ac:chgData name="Astrid Febrianca Astrid" userId="c12a9cdec1a0c9cd" providerId="LiveId" clId="{3463FAB1-B172-40F8-AEEA-6D119558275E}" dt="2019-01-13T08:29:43.469" v="8341" actId="20577"/>
          <ac:graphicFrameMkLst>
            <pc:docMk/>
            <pc:sldMk cId="1362740634" sldId="360"/>
            <ac:graphicFrameMk id="2" creationId="{E6248431-3F52-4487-B2BE-D11B79C71D6E}"/>
          </ac:graphicFrameMkLst>
        </pc:graphicFrameChg>
      </pc:sldChg>
      <pc:sldChg chg="modSp">
        <pc:chgData name="Astrid Febrianca Astrid" userId="c12a9cdec1a0c9cd" providerId="LiveId" clId="{3463FAB1-B172-40F8-AEEA-6D119558275E}" dt="2019-01-13T08:30:15.390" v="8406" actId="1035"/>
        <pc:sldMkLst>
          <pc:docMk/>
          <pc:sldMk cId="1256782375" sldId="361"/>
        </pc:sldMkLst>
        <pc:spChg chg="mod">
          <ac:chgData name="Astrid Febrianca Astrid" userId="c12a9cdec1a0c9cd" providerId="LiveId" clId="{3463FAB1-B172-40F8-AEEA-6D119558275E}" dt="2019-01-13T08:30:15.390" v="8406" actId="1035"/>
          <ac:spMkLst>
            <pc:docMk/>
            <pc:sldMk cId="1256782375" sldId="361"/>
            <ac:spMk id="31" creationId="{10A47ED4-329F-4E7E-AB5E-2D1883AFC8C6}"/>
          </ac:spMkLst>
        </pc:spChg>
        <pc:graphicFrameChg chg="modGraphic">
          <ac:chgData name="Astrid Febrianca Astrid" userId="c12a9cdec1a0c9cd" providerId="LiveId" clId="{3463FAB1-B172-40F8-AEEA-6D119558275E}" dt="2019-01-13T08:30:10.003" v="8390" actId="20577"/>
          <ac:graphicFrameMkLst>
            <pc:docMk/>
            <pc:sldMk cId="1256782375" sldId="361"/>
            <ac:graphicFrameMk id="2" creationId="{14404EDA-C4AB-4FD7-800D-F4F66AF4E0FF}"/>
          </ac:graphicFrameMkLst>
        </pc:graphicFrameChg>
      </pc:sldChg>
      <pc:sldChg chg="addSp delSp modSp modAnim">
        <pc:chgData name="Astrid Febrianca Astrid" userId="c12a9cdec1a0c9cd" providerId="LiveId" clId="{3463FAB1-B172-40F8-AEEA-6D119558275E}" dt="2019-01-13T07:12:57.001" v="8231"/>
        <pc:sldMkLst>
          <pc:docMk/>
          <pc:sldMk cId="1104393392" sldId="364"/>
        </pc:sldMkLst>
        <pc:spChg chg="del">
          <ac:chgData name="Astrid Febrianca Astrid" userId="c12a9cdec1a0c9cd" providerId="LiveId" clId="{3463FAB1-B172-40F8-AEEA-6D119558275E}" dt="2019-01-13T06:17:45.484" v="5626" actId="478"/>
          <ac:spMkLst>
            <pc:docMk/>
            <pc:sldMk cId="1104393392" sldId="364"/>
            <ac:spMk id="15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7:45.484" v="5626" actId="478"/>
          <ac:spMkLst>
            <pc:docMk/>
            <pc:sldMk cId="1104393392" sldId="364"/>
            <ac:spMk id="16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7:45.484" v="5626" actId="478"/>
          <ac:spMkLst>
            <pc:docMk/>
            <pc:sldMk cId="1104393392" sldId="364"/>
            <ac:spMk id="17" creationId="{00000000-0000-0000-0000-000000000000}"/>
          </ac:spMkLst>
        </pc:spChg>
        <pc:spChg chg="add">
          <ac:chgData name="Astrid Febrianca Astrid" userId="c12a9cdec1a0c9cd" providerId="LiveId" clId="{3463FAB1-B172-40F8-AEEA-6D119558275E}" dt="2019-01-13T06:17:46.562" v="5627"/>
          <ac:spMkLst>
            <pc:docMk/>
            <pc:sldMk cId="1104393392" sldId="364"/>
            <ac:spMk id="25" creationId="{3DAB763C-8E6D-45FB-943B-F85B90E99280}"/>
          </ac:spMkLst>
        </pc:spChg>
        <pc:spChg chg="add">
          <ac:chgData name="Astrid Febrianca Astrid" userId="c12a9cdec1a0c9cd" providerId="LiveId" clId="{3463FAB1-B172-40F8-AEEA-6D119558275E}" dt="2019-01-13T06:17:46.562" v="5627"/>
          <ac:spMkLst>
            <pc:docMk/>
            <pc:sldMk cId="1104393392" sldId="364"/>
            <ac:spMk id="26" creationId="{62C9ACB9-7AAB-492F-9394-4802265F08BB}"/>
          </ac:spMkLst>
        </pc:spChg>
        <pc:spChg chg="add">
          <ac:chgData name="Astrid Febrianca Astrid" userId="c12a9cdec1a0c9cd" providerId="LiveId" clId="{3463FAB1-B172-40F8-AEEA-6D119558275E}" dt="2019-01-13T06:17:46.562" v="5627"/>
          <ac:spMkLst>
            <pc:docMk/>
            <pc:sldMk cId="1104393392" sldId="364"/>
            <ac:spMk id="43" creationId="{43EC2975-55D7-46C1-9EAB-5C1D512E7A66}"/>
          </ac:spMkLst>
        </pc:spChg>
        <pc:spChg chg="mod">
          <ac:chgData name="Astrid Febrianca Astrid" userId="c12a9cdec1a0c9cd" providerId="LiveId" clId="{3463FAB1-B172-40F8-AEEA-6D119558275E}" dt="2019-01-13T06:17:50.256" v="5628" actId="1076"/>
          <ac:spMkLst>
            <pc:docMk/>
            <pc:sldMk cId="1104393392" sldId="364"/>
            <ac:spMk id="48" creationId="{00000000-0000-0000-0000-000000000000}"/>
          </ac:spMkLst>
        </pc:spChg>
        <pc:grpChg chg="del">
          <ac:chgData name="Astrid Febrianca Astrid" userId="c12a9cdec1a0c9cd" providerId="LiveId" clId="{3463FAB1-B172-40F8-AEEA-6D119558275E}" dt="2019-01-13T06:17:45.484" v="5626" actId="478"/>
          <ac:grpSpMkLst>
            <pc:docMk/>
            <pc:sldMk cId="1104393392" sldId="364"/>
            <ac:grpSpMk id="4" creationId="{00000000-0000-0000-0000-000000000000}"/>
          </ac:grpSpMkLst>
        </pc:grpChg>
        <pc:grpChg chg="add">
          <ac:chgData name="Astrid Febrianca Astrid" userId="c12a9cdec1a0c9cd" providerId="LiveId" clId="{3463FAB1-B172-40F8-AEEA-6D119558275E}" dt="2019-01-13T06:17:46.562" v="5627"/>
          <ac:grpSpMkLst>
            <pc:docMk/>
            <pc:sldMk cId="1104393392" sldId="364"/>
            <ac:grpSpMk id="44" creationId="{1ED5EB48-91D3-470F-9F2D-85F6D2088689}"/>
          </ac:grpSpMkLst>
        </pc:grpChg>
      </pc:sldChg>
      <pc:sldChg chg="addSp delSp modAnim">
        <pc:chgData name="Astrid Febrianca Astrid" userId="c12a9cdec1a0c9cd" providerId="LiveId" clId="{3463FAB1-B172-40F8-AEEA-6D119558275E}" dt="2019-01-13T06:18:20.900" v="5633"/>
        <pc:sldMkLst>
          <pc:docMk/>
          <pc:sldMk cId="2252589935" sldId="365"/>
        </pc:sldMkLst>
        <pc:spChg chg="del">
          <ac:chgData name="Astrid Febrianca Astrid" userId="c12a9cdec1a0c9cd" providerId="LiveId" clId="{3463FAB1-B172-40F8-AEEA-6D119558275E}" dt="2019-01-13T06:18:19.954" v="5632" actId="478"/>
          <ac:spMkLst>
            <pc:docMk/>
            <pc:sldMk cId="2252589935" sldId="365"/>
            <ac:spMk id="15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8:19.954" v="5632" actId="478"/>
          <ac:spMkLst>
            <pc:docMk/>
            <pc:sldMk cId="2252589935" sldId="365"/>
            <ac:spMk id="16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8:19.954" v="5632" actId="478"/>
          <ac:spMkLst>
            <pc:docMk/>
            <pc:sldMk cId="2252589935" sldId="365"/>
            <ac:spMk id="17" creationId="{00000000-0000-0000-0000-000000000000}"/>
          </ac:spMkLst>
        </pc:spChg>
        <pc:spChg chg="add">
          <ac:chgData name="Astrid Febrianca Astrid" userId="c12a9cdec1a0c9cd" providerId="LiveId" clId="{3463FAB1-B172-40F8-AEEA-6D119558275E}" dt="2019-01-13T06:18:20.900" v="5633"/>
          <ac:spMkLst>
            <pc:docMk/>
            <pc:sldMk cId="2252589935" sldId="365"/>
            <ac:spMk id="19" creationId="{070E0614-EE14-42AD-BFF6-00EB0CED8B72}"/>
          </ac:spMkLst>
        </pc:spChg>
        <pc:spChg chg="add">
          <ac:chgData name="Astrid Febrianca Astrid" userId="c12a9cdec1a0c9cd" providerId="LiveId" clId="{3463FAB1-B172-40F8-AEEA-6D119558275E}" dt="2019-01-13T06:18:20.900" v="5633"/>
          <ac:spMkLst>
            <pc:docMk/>
            <pc:sldMk cId="2252589935" sldId="365"/>
            <ac:spMk id="20" creationId="{AEB735ED-CC13-4A57-9F2E-3D33BB2E3492}"/>
          </ac:spMkLst>
        </pc:spChg>
        <pc:spChg chg="add">
          <ac:chgData name="Astrid Febrianca Astrid" userId="c12a9cdec1a0c9cd" providerId="LiveId" clId="{3463FAB1-B172-40F8-AEEA-6D119558275E}" dt="2019-01-13T06:18:20.900" v="5633"/>
          <ac:spMkLst>
            <pc:docMk/>
            <pc:sldMk cId="2252589935" sldId="365"/>
            <ac:spMk id="21" creationId="{70498DD5-26BA-47E8-86A8-061EAECA6C89}"/>
          </ac:spMkLst>
        </pc:spChg>
        <pc:grpChg chg="del">
          <ac:chgData name="Astrid Febrianca Astrid" userId="c12a9cdec1a0c9cd" providerId="LiveId" clId="{3463FAB1-B172-40F8-AEEA-6D119558275E}" dt="2019-01-13T06:18:19.954" v="5632" actId="478"/>
          <ac:grpSpMkLst>
            <pc:docMk/>
            <pc:sldMk cId="2252589935" sldId="365"/>
            <ac:grpSpMk id="4" creationId="{00000000-0000-0000-0000-000000000000}"/>
          </ac:grpSpMkLst>
        </pc:grpChg>
        <pc:grpChg chg="add">
          <ac:chgData name="Astrid Febrianca Astrid" userId="c12a9cdec1a0c9cd" providerId="LiveId" clId="{3463FAB1-B172-40F8-AEEA-6D119558275E}" dt="2019-01-13T06:18:20.900" v="5633"/>
          <ac:grpSpMkLst>
            <pc:docMk/>
            <pc:sldMk cId="2252589935" sldId="365"/>
            <ac:grpSpMk id="22" creationId="{CD5636C2-0761-4B16-B5BD-F1CF751B64C7}"/>
          </ac:grpSpMkLst>
        </pc:grpChg>
      </pc:sldChg>
      <pc:sldChg chg="addSp delSp modSp ord modAnim modNotesTx">
        <pc:chgData name="Astrid Febrianca Astrid" userId="c12a9cdec1a0c9cd" providerId="LiveId" clId="{3463FAB1-B172-40F8-AEEA-6D119558275E}" dt="2019-01-13T09:15:47.912" v="8613" actId="20577"/>
        <pc:sldMkLst>
          <pc:docMk/>
          <pc:sldMk cId="66977291" sldId="367"/>
        </pc:sldMkLst>
        <pc:spChg chg="del">
          <ac:chgData name="Astrid Febrianca Astrid" userId="c12a9cdec1a0c9cd" providerId="LiveId" clId="{3463FAB1-B172-40F8-AEEA-6D119558275E}" dt="2019-01-13T06:18:36.186" v="5634" actId="478"/>
          <ac:spMkLst>
            <pc:docMk/>
            <pc:sldMk cId="66977291" sldId="367"/>
            <ac:spMk id="15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8:36.186" v="5634" actId="478"/>
          <ac:spMkLst>
            <pc:docMk/>
            <pc:sldMk cId="66977291" sldId="367"/>
            <ac:spMk id="16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8:36.186" v="5634" actId="478"/>
          <ac:spMkLst>
            <pc:docMk/>
            <pc:sldMk cId="66977291" sldId="367"/>
            <ac:spMk id="17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6:18:46.436" v="5636" actId="1076"/>
          <ac:spMkLst>
            <pc:docMk/>
            <pc:sldMk cId="66977291" sldId="367"/>
            <ac:spMk id="19" creationId="{00000000-0000-0000-0000-000000000000}"/>
          </ac:spMkLst>
        </pc:spChg>
        <pc:spChg chg="add">
          <ac:chgData name="Astrid Febrianca Astrid" userId="c12a9cdec1a0c9cd" providerId="LiveId" clId="{3463FAB1-B172-40F8-AEEA-6D119558275E}" dt="2019-01-13T06:18:36.992" v="5635"/>
          <ac:spMkLst>
            <pc:docMk/>
            <pc:sldMk cId="66977291" sldId="367"/>
            <ac:spMk id="20" creationId="{06FDC48C-268B-45E3-B256-C033238A3D80}"/>
          </ac:spMkLst>
        </pc:spChg>
        <pc:spChg chg="add">
          <ac:chgData name="Astrid Febrianca Astrid" userId="c12a9cdec1a0c9cd" providerId="LiveId" clId="{3463FAB1-B172-40F8-AEEA-6D119558275E}" dt="2019-01-13T06:18:36.992" v="5635"/>
          <ac:spMkLst>
            <pc:docMk/>
            <pc:sldMk cId="66977291" sldId="367"/>
            <ac:spMk id="21" creationId="{7D7B6E71-6D05-4D6E-BFE8-ED5B4FFD0B54}"/>
          </ac:spMkLst>
        </pc:spChg>
        <pc:spChg chg="add">
          <ac:chgData name="Astrid Febrianca Astrid" userId="c12a9cdec1a0c9cd" providerId="LiveId" clId="{3463FAB1-B172-40F8-AEEA-6D119558275E}" dt="2019-01-13T06:18:36.992" v="5635"/>
          <ac:spMkLst>
            <pc:docMk/>
            <pc:sldMk cId="66977291" sldId="367"/>
            <ac:spMk id="22" creationId="{B9E18317-972C-4363-A0AC-CC16E6084C54}"/>
          </ac:spMkLst>
        </pc:spChg>
        <pc:grpChg chg="del">
          <ac:chgData name="Astrid Febrianca Astrid" userId="c12a9cdec1a0c9cd" providerId="LiveId" clId="{3463FAB1-B172-40F8-AEEA-6D119558275E}" dt="2019-01-13T06:18:36.186" v="5634" actId="478"/>
          <ac:grpSpMkLst>
            <pc:docMk/>
            <pc:sldMk cId="66977291" sldId="367"/>
            <ac:grpSpMk id="4" creationId="{00000000-0000-0000-0000-000000000000}"/>
          </ac:grpSpMkLst>
        </pc:grpChg>
        <pc:grpChg chg="add">
          <ac:chgData name="Astrid Febrianca Astrid" userId="c12a9cdec1a0c9cd" providerId="LiveId" clId="{3463FAB1-B172-40F8-AEEA-6D119558275E}" dt="2019-01-13T06:18:36.992" v="5635"/>
          <ac:grpSpMkLst>
            <pc:docMk/>
            <pc:sldMk cId="66977291" sldId="367"/>
            <ac:grpSpMk id="23" creationId="{8ABBB176-6DFF-4B65-9B8C-3D9EB2A69BCF}"/>
          </ac:grpSpMkLst>
        </pc:grpChg>
      </pc:sldChg>
      <pc:sldChg chg="addSp delSp modSp ord modAnim">
        <pc:chgData name="Astrid Febrianca Astrid" userId="c12a9cdec1a0c9cd" providerId="LiveId" clId="{3463FAB1-B172-40F8-AEEA-6D119558275E}" dt="2019-01-13T07:12:41.263" v="8230"/>
        <pc:sldMkLst>
          <pc:docMk/>
          <pc:sldMk cId="4069695763" sldId="368"/>
        </pc:sldMkLst>
        <pc:spChg chg="del mod">
          <ac:chgData name="Astrid Febrianca Astrid" userId="c12a9cdec1a0c9cd" providerId="LiveId" clId="{3463FAB1-B172-40F8-AEEA-6D119558275E}" dt="2019-01-13T06:18:57.033" v="5638" actId="478"/>
          <ac:spMkLst>
            <pc:docMk/>
            <pc:sldMk cId="4069695763" sldId="368"/>
            <ac:spMk id="15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8:57.033" v="5638" actId="478"/>
          <ac:spMkLst>
            <pc:docMk/>
            <pc:sldMk cId="4069695763" sldId="368"/>
            <ac:spMk id="16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8:57.033" v="5638" actId="478"/>
          <ac:spMkLst>
            <pc:docMk/>
            <pc:sldMk cId="4069695763" sldId="368"/>
            <ac:spMk id="17" creationId="{00000000-0000-0000-0000-000000000000}"/>
          </ac:spMkLst>
        </pc:spChg>
        <pc:spChg chg="mod">
          <ac:chgData name="Astrid Febrianca Astrid" userId="c12a9cdec1a0c9cd" providerId="LiveId" clId="{3463FAB1-B172-40F8-AEEA-6D119558275E}" dt="2019-01-13T06:19:03.968" v="5640" actId="1076"/>
          <ac:spMkLst>
            <pc:docMk/>
            <pc:sldMk cId="4069695763" sldId="368"/>
            <ac:spMk id="19" creationId="{00000000-0000-0000-0000-000000000000}"/>
          </ac:spMkLst>
        </pc:spChg>
        <pc:spChg chg="add">
          <ac:chgData name="Astrid Febrianca Astrid" userId="c12a9cdec1a0c9cd" providerId="LiveId" clId="{3463FAB1-B172-40F8-AEEA-6D119558275E}" dt="2019-01-13T06:18:57.633" v="5639"/>
          <ac:spMkLst>
            <pc:docMk/>
            <pc:sldMk cId="4069695763" sldId="368"/>
            <ac:spMk id="20" creationId="{214E8324-C24C-498F-9B75-E2A7FC141CC3}"/>
          </ac:spMkLst>
        </pc:spChg>
        <pc:spChg chg="add">
          <ac:chgData name="Astrid Febrianca Astrid" userId="c12a9cdec1a0c9cd" providerId="LiveId" clId="{3463FAB1-B172-40F8-AEEA-6D119558275E}" dt="2019-01-13T06:18:57.633" v="5639"/>
          <ac:spMkLst>
            <pc:docMk/>
            <pc:sldMk cId="4069695763" sldId="368"/>
            <ac:spMk id="21" creationId="{54CEB354-1D2F-4887-BAC7-6E821F9459A4}"/>
          </ac:spMkLst>
        </pc:spChg>
        <pc:spChg chg="add">
          <ac:chgData name="Astrid Febrianca Astrid" userId="c12a9cdec1a0c9cd" providerId="LiveId" clId="{3463FAB1-B172-40F8-AEEA-6D119558275E}" dt="2019-01-13T06:18:57.633" v="5639"/>
          <ac:spMkLst>
            <pc:docMk/>
            <pc:sldMk cId="4069695763" sldId="368"/>
            <ac:spMk id="22" creationId="{AF46BFAD-E95E-4771-A721-DB56C6AA8192}"/>
          </ac:spMkLst>
        </pc:spChg>
        <pc:grpChg chg="del">
          <ac:chgData name="Astrid Febrianca Astrid" userId="c12a9cdec1a0c9cd" providerId="LiveId" clId="{3463FAB1-B172-40F8-AEEA-6D119558275E}" dt="2019-01-13T06:18:57.033" v="5638" actId="478"/>
          <ac:grpSpMkLst>
            <pc:docMk/>
            <pc:sldMk cId="4069695763" sldId="368"/>
            <ac:grpSpMk id="4" creationId="{00000000-0000-0000-0000-000000000000}"/>
          </ac:grpSpMkLst>
        </pc:grpChg>
        <pc:grpChg chg="add">
          <ac:chgData name="Astrid Febrianca Astrid" userId="c12a9cdec1a0c9cd" providerId="LiveId" clId="{3463FAB1-B172-40F8-AEEA-6D119558275E}" dt="2019-01-13T06:18:57.633" v="5639"/>
          <ac:grpSpMkLst>
            <pc:docMk/>
            <pc:sldMk cId="4069695763" sldId="368"/>
            <ac:grpSpMk id="23" creationId="{30EB4410-0728-4DF1-8E1E-58BF68864E40}"/>
          </ac:grpSpMkLst>
        </pc:grpChg>
        <pc:picChg chg="mod">
          <ac:chgData name="Astrid Febrianca Astrid" userId="c12a9cdec1a0c9cd" providerId="LiveId" clId="{3463FAB1-B172-40F8-AEEA-6D119558275E}" dt="2019-01-13T06:12:13.921" v="5622" actId="1076"/>
          <ac:picMkLst>
            <pc:docMk/>
            <pc:sldMk cId="4069695763" sldId="368"/>
            <ac:picMk id="5122" creationId="{00000000-0000-0000-0000-000000000000}"/>
          </ac:picMkLst>
        </pc:picChg>
      </pc:sldChg>
      <pc:sldChg chg="addSp delSp modSp modAnim">
        <pc:chgData name="Astrid Febrianca Astrid" userId="c12a9cdec1a0c9cd" providerId="LiveId" clId="{3463FAB1-B172-40F8-AEEA-6D119558275E}" dt="2019-01-13T06:19:17.921" v="5643" actId="1076"/>
        <pc:sldMkLst>
          <pc:docMk/>
          <pc:sldMk cId="2488284655" sldId="369"/>
        </pc:sldMkLst>
        <pc:spChg chg="mod">
          <ac:chgData name="Astrid Febrianca Astrid" userId="c12a9cdec1a0c9cd" providerId="LiveId" clId="{3463FAB1-B172-40F8-AEEA-6D119558275E}" dt="2019-01-13T06:19:17.921" v="5643" actId="1076"/>
          <ac:spMkLst>
            <pc:docMk/>
            <pc:sldMk cId="2488284655" sldId="369"/>
            <ac:spMk id="14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9:11.847" v="5641" actId="478"/>
          <ac:spMkLst>
            <pc:docMk/>
            <pc:sldMk cId="2488284655" sldId="369"/>
            <ac:spMk id="15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9:11.847" v="5641" actId="478"/>
          <ac:spMkLst>
            <pc:docMk/>
            <pc:sldMk cId="2488284655" sldId="369"/>
            <ac:spMk id="16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9:11.847" v="5641" actId="478"/>
          <ac:spMkLst>
            <pc:docMk/>
            <pc:sldMk cId="2488284655" sldId="369"/>
            <ac:spMk id="17" creationId="{00000000-0000-0000-0000-000000000000}"/>
          </ac:spMkLst>
        </pc:spChg>
        <pc:spChg chg="add">
          <ac:chgData name="Astrid Febrianca Astrid" userId="c12a9cdec1a0c9cd" providerId="LiveId" clId="{3463FAB1-B172-40F8-AEEA-6D119558275E}" dt="2019-01-13T06:19:12.210" v="5642"/>
          <ac:spMkLst>
            <pc:docMk/>
            <pc:sldMk cId="2488284655" sldId="369"/>
            <ac:spMk id="19" creationId="{B415E2BE-C26F-4AAF-80F7-71E5B8D7BA7E}"/>
          </ac:spMkLst>
        </pc:spChg>
        <pc:spChg chg="add">
          <ac:chgData name="Astrid Febrianca Astrid" userId="c12a9cdec1a0c9cd" providerId="LiveId" clId="{3463FAB1-B172-40F8-AEEA-6D119558275E}" dt="2019-01-13T06:19:12.210" v="5642"/>
          <ac:spMkLst>
            <pc:docMk/>
            <pc:sldMk cId="2488284655" sldId="369"/>
            <ac:spMk id="20" creationId="{3A155152-D426-4F78-A297-E8D85C1F313C}"/>
          </ac:spMkLst>
        </pc:spChg>
        <pc:spChg chg="add">
          <ac:chgData name="Astrid Febrianca Astrid" userId="c12a9cdec1a0c9cd" providerId="LiveId" clId="{3463FAB1-B172-40F8-AEEA-6D119558275E}" dt="2019-01-13T06:19:12.210" v="5642"/>
          <ac:spMkLst>
            <pc:docMk/>
            <pc:sldMk cId="2488284655" sldId="369"/>
            <ac:spMk id="21" creationId="{45DDB36B-BDE4-40E7-8ADC-0BAE517E09B6}"/>
          </ac:spMkLst>
        </pc:spChg>
        <pc:grpChg chg="del">
          <ac:chgData name="Astrid Febrianca Astrid" userId="c12a9cdec1a0c9cd" providerId="LiveId" clId="{3463FAB1-B172-40F8-AEEA-6D119558275E}" dt="2019-01-13T06:19:11.847" v="5641" actId="478"/>
          <ac:grpSpMkLst>
            <pc:docMk/>
            <pc:sldMk cId="2488284655" sldId="369"/>
            <ac:grpSpMk id="4" creationId="{00000000-0000-0000-0000-000000000000}"/>
          </ac:grpSpMkLst>
        </pc:grpChg>
        <pc:grpChg chg="add">
          <ac:chgData name="Astrid Febrianca Astrid" userId="c12a9cdec1a0c9cd" providerId="LiveId" clId="{3463FAB1-B172-40F8-AEEA-6D119558275E}" dt="2019-01-13T06:19:12.210" v="5642"/>
          <ac:grpSpMkLst>
            <pc:docMk/>
            <pc:sldMk cId="2488284655" sldId="369"/>
            <ac:grpSpMk id="22" creationId="{4228CACB-6035-4B14-8AF2-A0411C205405}"/>
          </ac:grpSpMkLst>
        </pc:grpChg>
      </pc:sldChg>
      <pc:sldChg chg="addSp delSp modSp ord modAnim">
        <pc:chgData name="Astrid Febrianca Astrid" userId="c12a9cdec1a0c9cd" providerId="LiveId" clId="{3463FAB1-B172-40F8-AEEA-6D119558275E}" dt="2019-01-13T07:12:34.364" v="8228"/>
        <pc:sldMkLst>
          <pc:docMk/>
          <pc:sldMk cId="2161576517" sldId="370"/>
        </pc:sldMkLst>
        <pc:spChg chg="mod">
          <ac:chgData name="Astrid Febrianca Astrid" userId="c12a9cdec1a0c9cd" providerId="LiveId" clId="{3463FAB1-B172-40F8-AEEA-6D119558275E}" dt="2019-01-13T06:19:25.247" v="5646" actId="1076"/>
          <ac:spMkLst>
            <pc:docMk/>
            <pc:sldMk cId="2161576517" sldId="370"/>
            <ac:spMk id="14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9:21.795" v="5644" actId="478"/>
          <ac:spMkLst>
            <pc:docMk/>
            <pc:sldMk cId="2161576517" sldId="370"/>
            <ac:spMk id="15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9:21.795" v="5644" actId="478"/>
          <ac:spMkLst>
            <pc:docMk/>
            <pc:sldMk cId="2161576517" sldId="370"/>
            <ac:spMk id="16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9:21.795" v="5644" actId="478"/>
          <ac:spMkLst>
            <pc:docMk/>
            <pc:sldMk cId="2161576517" sldId="370"/>
            <ac:spMk id="17" creationId="{00000000-0000-0000-0000-000000000000}"/>
          </ac:spMkLst>
        </pc:spChg>
        <pc:spChg chg="add">
          <ac:chgData name="Astrid Febrianca Astrid" userId="c12a9cdec1a0c9cd" providerId="LiveId" clId="{3463FAB1-B172-40F8-AEEA-6D119558275E}" dt="2019-01-13T06:19:22.363" v="5645"/>
          <ac:spMkLst>
            <pc:docMk/>
            <pc:sldMk cId="2161576517" sldId="370"/>
            <ac:spMk id="19" creationId="{304056DF-B38F-4B26-97F5-5EF3476F60E9}"/>
          </ac:spMkLst>
        </pc:spChg>
        <pc:spChg chg="add">
          <ac:chgData name="Astrid Febrianca Astrid" userId="c12a9cdec1a0c9cd" providerId="LiveId" clId="{3463FAB1-B172-40F8-AEEA-6D119558275E}" dt="2019-01-13T06:19:22.363" v="5645"/>
          <ac:spMkLst>
            <pc:docMk/>
            <pc:sldMk cId="2161576517" sldId="370"/>
            <ac:spMk id="20" creationId="{BD549395-22F0-4768-B0F9-C83B51861867}"/>
          </ac:spMkLst>
        </pc:spChg>
        <pc:spChg chg="add">
          <ac:chgData name="Astrid Febrianca Astrid" userId="c12a9cdec1a0c9cd" providerId="LiveId" clId="{3463FAB1-B172-40F8-AEEA-6D119558275E}" dt="2019-01-13T06:19:22.363" v="5645"/>
          <ac:spMkLst>
            <pc:docMk/>
            <pc:sldMk cId="2161576517" sldId="370"/>
            <ac:spMk id="21" creationId="{E2D1C0E4-EED3-49ED-9609-01C13EAB82BD}"/>
          </ac:spMkLst>
        </pc:spChg>
        <pc:grpChg chg="del">
          <ac:chgData name="Astrid Febrianca Astrid" userId="c12a9cdec1a0c9cd" providerId="LiveId" clId="{3463FAB1-B172-40F8-AEEA-6D119558275E}" dt="2019-01-13T06:19:21.795" v="5644" actId="478"/>
          <ac:grpSpMkLst>
            <pc:docMk/>
            <pc:sldMk cId="2161576517" sldId="370"/>
            <ac:grpSpMk id="4" creationId="{00000000-0000-0000-0000-000000000000}"/>
          </ac:grpSpMkLst>
        </pc:grpChg>
        <pc:grpChg chg="add">
          <ac:chgData name="Astrid Febrianca Astrid" userId="c12a9cdec1a0c9cd" providerId="LiveId" clId="{3463FAB1-B172-40F8-AEEA-6D119558275E}" dt="2019-01-13T06:19:22.363" v="5645"/>
          <ac:grpSpMkLst>
            <pc:docMk/>
            <pc:sldMk cId="2161576517" sldId="370"/>
            <ac:grpSpMk id="22" creationId="{6C50EB2E-7598-4BB4-95AB-BA5E2A8E04A1}"/>
          </ac:grpSpMkLst>
        </pc:grpChg>
      </pc:sldChg>
      <pc:sldChg chg="addSp delSp modSp modAnim">
        <pc:chgData name="Astrid Febrianca Astrid" userId="c12a9cdec1a0c9cd" providerId="LiveId" clId="{3463FAB1-B172-40F8-AEEA-6D119558275E}" dt="2019-01-13T06:18:51.641" v="5637" actId="1076"/>
        <pc:sldMkLst>
          <pc:docMk/>
          <pc:sldMk cId="3635113622" sldId="371"/>
        </pc:sldMkLst>
        <pc:spChg chg="del">
          <ac:chgData name="Astrid Febrianca Astrid" userId="c12a9cdec1a0c9cd" providerId="LiveId" clId="{3463FAB1-B172-40F8-AEEA-6D119558275E}" dt="2019-01-13T06:17:57.880" v="5629" actId="478"/>
          <ac:spMkLst>
            <pc:docMk/>
            <pc:sldMk cId="3635113622" sldId="371"/>
            <ac:spMk id="15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7:57.880" v="5629" actId="478"/>
          <ac:spMkLst>
            <pc:docMk/>
            <pc:sldMk cId="3635113622" sldId="371"/>
            <ac:spMk id="16" creationId="{00000000-0000-0000-0000-000000000000}"/>
          </ac:spMkLst>
        </pc:spChg>
        <pc:spChg chg="del">
          <ac:chgData name="Astrid Febrianca Astrid" userId="c12a9cdec1a0c9cd" providerId="LiveId" clId="{3463FAB1-B172-40F8-AEEA-6D119558275E}" dt="2019-01-13T06:17:57.880" v="5629" actId="478"/>
          <ac:spMkLst>
            <pc:docMk/>
            <pc:sldMk cId="3635113622" sldId="371"/>
            <ac:spMk id="17" creationId="{00000000-0000-0000-0000-000000000000}"/>
          </ac:spMkLst>
        </pc:spChg>
        <pc:spChg chg="add">
          <ac:chgData name="Astrid Febrianca Astrid" userId="c12a9cdec1a0c9cd" providerId="LiveId" clId="{3463FAB1-B172-40F8-AEEA-6D119558275E}" dt="2019-01-13T06:17:58.592" v="5630"/>
          <ac:spMkLst>
            <pc:docMk/>
            <pc:sldMk cId="3635113622" sldId="371"/>
            <ac:spMk id="19" creationId="{5F7F9B7E-EC52-40F4-B082-0CD91B55F2BE}"/>
          </ac:spMkLst>
        </pc:spChg>
        <pc:spChg chg="mod">
          <ac:chgData name="Astrid Febrianca Astrid" userId="c12a9cdec1a0c9cd" providerId="LiveId" clId="{3463FAB1-B172-40F8-AEEA-6D119558275E}" dt="2019-01-13T06:18:51.641" v="5637" actId="1076"/>
          <ac:spMkLst>
            <pc:docMk/>
            <pc:sldMk cId="3635113622" sldId="371"/>
            <ac:spMk id="20" creationId="{00000000-0000-0000-0000-000000000000}"/>
          </ac:spMkLst>
        </pc:spChg>
        <pc:spChg chg="add">
          <ac:chgData name="Astrid Febrianca Astrid" userId="c12a9cdec1a0c9cd" providerId="LiveId" clId="{3463FAB1-B172-40F8-AEEA-6D119558275E}" dt="2019-01-13T06:17:58.592" v="5630"/>
          <ac:spMkLst>
            <pc:docMk/>
            <pc:sldMk cId="3635113622" sldId="371"/>
            <ac:spMk id="21" creationId="{B21AA471-262D-43C7-8E56-4C789D6DA640}"/>
          </ac:spMkLst>
        </pc:spChg>
        <pc:spChg chg="add">
          <ac:chgData name="Astrid Febrianca Astrid" userId="c12a9cdec1a0c9cd" providerId="LiveId" clId="{3463FAB1-B172-40F8-AEEA-6D119558275E}" dt="2019-01-13T06:17:58.592" v="5630"/>
          <ac:spMkLst>
            <pc:docMk/>
            <pc:sldMk cId="3635113622" sldId="371"/>
            <ac:spMk id="22" creationId="{30B29428-AF14-4441-9D9B-6072AE3A106B}"/>
          </ac:spMkLst>
        </pc:spChg>
        <pc:grpChg chg="del">
          <ac:chgData name="Astrid Febrianca Astrid" userId="c12a9cdec1a0c9cd" providerId="LiveId" clId="{3463FAB1-B172-40F8-AEEA-6D119558275E}" dt="2019-01-13T06:17:57.880" v="5629" actId="478"/>
          <ac:grpSpMkLst>
            <pc:docMk/>
            <pc:sldMk cId="3635113622" sldId="371"/>
            <ac:grpSpMk id="4" creationId="{00000000-0000-0000-0000-000000000000}"/>
          </ac:grpSpMkLst>
        </pc:grpChg>
        <pc:grpChg chg="add">
          <ac:chgData name="Astrid Febrianca Astrid" userId="c12a9cdec1a0c9cd" providerId="LiveId" clId="{3463FAB1-B172-40F8-AEEA-6D119558275E}" dt="2019-01-13T06:17:58.592" v="5630"/>
          <ac:grpSpMkLst>
            <pc:docMk/>
            <pc:sldMk cId="3635113622" sldId="371"/>
            <ac:grpSpMk id="23" creationId="{7BC967F6-5B87-4E94-9A5B-B4401F0C2C4A}"/>
          </ac:grpSpMkLst>
        </pc:grpChg>
      </pc:sldChg>
      <pc:sldChg chg="modNotesTx">
        <pc:chgData name="Astrid Febrianca Astrid" userId="c12a9cdec1a0c9cd" providerId="LiveId" clId="{3463FAB1-B172-40F8-AEEA-6D119558275E}" dt="2019-01-13T03:36:13.286" v="4419" actId="20577"/>
        <pc:sldMkLst>
          <pc:docMk/>
          <pc:sldMk cId="2496806046" sldId="385"/>
        </pc:sldMkLst>
      </pc:sldChg>
      <pc:sldChg chg="modTransition">
        <pc:chgData name="Astrid Febrianca Astrid" userId="c12a9cdec1a0c9cd" providerId="LiveId" clId="{3463FAB1-B172-40F8-AEEA-6D119558275E}" dt="2019-01-13T08:06:15.105" v="8236"/>
        <pc:sldMkLst>
          <pc:docMk/>
          <pc:sldMk cId="742528663" sldId="386"/>
        </pc:sldMkLst>
      </pc:sldChg>
      <pc:sldChg chg="modTransition">
        <pc:chgData name="Astrid Febrianca Astrid" userId="c12a9cdec1a0c9cd" providerId="LiveId" clId="{3463FAB1-B172-40F8-AEEA-6D119558275E}" dt="2019-01-13T08:06:15.105" v="8236"/>
        <pc:sldMkLst>
          <pc:docMk/>
          <pc:sldMk cId="2064471263" sldId="387"/>
        </pc:sldMkLst>
      </pc:sldChg>
      <pc:sldChg chg="modNotesTx">
        <pc:chgData name="Astrid Febrianca Astrid" userId="c12a9cdec1a0c9cd" providerId="LiveId" clId="{3463FAB1-B172-40F8-AEEA-6D119558275E}" dt="2019-01-12T14:15:11.706" v="2384" actId="20577"/>
        <pc:sldMkLst>
          <pc:docMk/>
          <pc:sldMk cId="440460128" sldId="392"/>
        </pc:sldMkLst>
      </pc:sldChg>
      <pc:sldChg chg="modSp modNotesTx">
        <pc:chgData name="Astrid Febrianca Astrid" userId="c12a9cdec1a0c9cd" providerId="LiveId" clId="{3463FAB1-B172-40F8-AEEA-6D119558275E}" dt="2019-01-13T03:32:21.318" v="3925" actId="20577"/>
        <pc:sldMkLst>
          <pc:docMk/>
          <pc:sldMk cId="113047069" sldId="393"/>
        </pc:sldMkLst>
        <pc:graphicFrameChg chg="mod modGraphic">
          <ac:chgData name="Astrid Febrianca Astrid" userId="c12a9cdec1a0c9cd" providerId="LiveId" clId="{3463FAB1-B172-40F8-AEEA-6D119558275E}" dt="2019-01-13T03:28:32.985" v="3438" actId="255"/>
          <ac:graphicFrameMkLst>
            <pc:docMk/>
            <pc:sldMk cId="113047069" sldId="393"/>
            <ac:graphicFrameMk id="4" creationId="{00000000-0000-0000-0000-000000000000}"/>
          </ac:graphicFrameMkLst>
        </pc:graphicFrameChg>
      </pc:sldChg>
      <pc:sldChg chg="modNotesTx">
        <pc:chgData name="Astrid Febrianca Astrid" userId="c12a9cdec1a0c9cd" providerId="LiveId" clId="{3463FAB1-B172-40F8-AEEA-6D119558275E}" dt="2019-01-13T03:25:00.753" v="3189" actId="20577"/>
        <pc:sldMkLst>
          <pc:docMk/>
          <pc:sldMk cId="2154406861" sldId="394"/>
        </pc:sldMkLst>
      </pc:sldChg>
      <pc:sldChg chg="modNotesTx">
        <pc:chgData name="Astrid Febrianca Astrid" userId="c12a9cdec1a0c9cd" providerId="LiveId" clId="{3463FAB1-B172-40F8-AEEA-6D119558275E}" dt="2019-01-13T06:27:34.656" v="6167" actId="20577"/>
        <pc:sldMkLst>
          <pc:docMk/>
          <pc:sldMk cId="634013429" sldId="395"/>
        </pc:sldMkLst>
      </pc:sldChg>
      <pc:sldChg chg="modNotesTx">
        <pc:chgData name="Astrid Febrianca Astrid" userId="c12a9cdec1a0c9cd" providerId="LiveId" clId="{3463FAB1-B172-40F8-AEEA-6D119558275E}" dt="2019-01-13T06:25:46.237" v="5934" actId="20577"/>
        <pc:sldMkLst>
          <pc:docMk/>
          <pc:sldMk cId="3155438766" sldId="396"/>
        </pc:sldMkLst>
      </pc:sldChg>
      <pc:sldChg chg="modNotesTx">
        <pc:chgData name="Astrid Febrianca Astrid" userId="c12a9cdec1a0c9cd" providerId="LiveId" clId="{3463FAB1-B172-40F8-AEEA-6D119558275E}" dt="2019-01-13T03:23:04.840" v="3114" actId="20577"/>
        <pc:sldMkLst>
          <pc:docMk/>
          <pc:sldMk cId="159945390" sldId="399"/>
        </pc:sldMkLst>
      </pc:sldChg>
      <pc:sldChg chg="modNotesTx">
        <pc:chgData name="Astrid Febrianca Astrid" userId="c12a9cdec1a0c9cd" providerId="LiveId" clId="{3463FAB1-B172-40F8-AEEA-6D119558275E}" dt="2019-01-13T06:27:15.007" v="6112" actId="20577"/>
        <pc:sldMkLst>
          <pc:docMk/>
          <pc:sldMk cId="2939385262" sldId="407"/>
        </pc:sldMkLst>
      </pc:sldChg>
      <pc:sldChg chg="addSp delSp modSp delAnim modAnim">
        <pc:chgData name="Astrid Febrianca Astrid" userId="c12a9cdec1a0c9cd" providerId="LiveId" clId="{3463FAB1-B172-40F8-AEEA-6D119558275E}" dt="2019-01-11T17:08:41.312" v="1381"/>
        <pc:sldMkLst>
          <pc:docMk/>
          <pc:sldMk cId="1676344243" sldId="414"/>
        </pc:sldMkLst>
        <pc:spChg chg="del">
          <ac:chgData name="Astrid Febrianca Astrid" userId="c12a9cdec1a0c9cd" providerId="LiveId" clId="{3463FAB1-B172-40F8-AEEA-6D119558275E}" dt="2019-01-11T17:06:07.999" v="1352"/>
          <ac:spMkLst>
            <pc:docMk/>
            <pc:sldMk cId="1676344243" sldId="414"/>
            <ac:spMk id="3" creationId="{A1C211BC-187A-4758-90FE-04C3242ABE09}"/>
          </ac:spMkLst>
        </pc:spChg>
        <pc:spChg chg="mod">
          <ac:chgData name="Astrid Febrianca Astrid" userId="c12a9cdec1a0c9cd" providerId="LiveId" clId="{3463FAB1-B172-40F8-AEEA-6D119558275E}" dt="2019-01-11T17:08:38.669" v="1380" actId="1076"/>
          <ac:spMkLst>
            <pc:docMk/>
            <pc:sldMk cId="1676344243" sldId="414"/>
            <ac:spMk id="6" creationId="{8A3B332A-42B8-466F-A70D-9E9A5D28AA51}"/>
          </ac:spMkLst>
        </pc:spChg>
        <pc:spChg chg="mod">
          <ac:chgData name="Astrid Febrianca Astrid" userId="c12a9cdec1a0c9cd" providerId="LiveId" clId="{3463FAB1-B172-40F8-AEEA-6D119558275E}" dt="2019-01-11T17:06:43.282" v="1364" actId="14100"/>
          <ac:spMkLst>
            <pc:docMk/>
            <pc:sldMk cId="1676344243" sldId="414"/>
            <ac:spMk id="11" creationId="{5681894B-6385-44F6-B4E2-6491BB81D159}"/>
          </ac:spMkLst>
        </pc:spChg>
        <pc:spChg chg="mod">
          <ac:chgData name="Astrid Febrianca Astrid" userId="c12a9cdec1a0c9cd" providerId="LiveId" clId="{3463FAB1-B172-40F8-AEEA-6D119558275E}" dt="2019-01-11T17:06:54.200" v="1366" actId="1076"/>
          <ac:spMkLst>
            <pc:docMk/>
            <pc:sldMk cId="1676344243" sldId="414"/>
            <ac:spMk id="12" creationId="{519E0B28-94B0-497B-A1BA-C9AB3C897533}"/>
          </ac:spMkLst>
        </pc:spChg>
        <pc:spChg chg="add del mod">
          <ac:chgData name="Astrid Febrianca Astrid" userId="c12a9cdec1a0c9cd" providerId="LiveId" clId="{3463FAB1-B172-40F8-AEEA-6D119558275E}" dt="2019-01-11T17:06:24.441" v="1358" actId="478"/>
          <ac:spMkLst>
            <pc:docMk/>
            <pc:sldMk cId="1676344243" sldId="414"/>
            <ac:spMk id="13" creationId="{B8CE5389-BFF9-44F9-8AC5-3F61480D4AD5}"/>
          </ac:spMkLst>
        </pc:spChg>
        <pc:grpChg chg="add mod">
          <ac:chgData name="Astrid Febrianca Astrid" userId="c12a9cdec1a0c9cd" providerId="LiveId" clId="{3463FAB1-B172-40F8-AEEA-6D119558275E}" dt="2019-01-11T17:06:57.615" v="1367" actId="1076"/>
          <ac:grpSpMkLst>
            <pc:docMk/>
            <pc:sldMk cId="1676344243" sldId="414"/>
            <ac:grpSpMk id="10" creationId="{708407AC-10BD-40A3-9439-03338A671ED2}"/>
          </ac:grpSpMkLst>
        </pc:grpChg>
        <pc:graphicFrameChg chg="mod modGraphic">
          <ac:chgData name="Astrid Febrianca Astrid" userId="c12a9cdec1a0c9cd" providerId="LiveId" clId="{3463FAB1-B172-40F8-AEEA-6D119558275E}" dt="2019-01-11T17:08:32.344" v="1377" actId="207"/>
          <ac:graphicFrameMkLst>
            <pc:docMk/>
            <pc:sldMk cId="1676344243" sldId="414"/>
            <ac:graphicFrameMk id="5" creationId="{8315174C-5CA5-43E1-966B-20C58FE478B5}"/>
          </ac:graphicFrameMkLst>
        </pc:graphicFrameChg>
      </pc:sldChg>
      <pc:sldChg chg="addSp delSp modSp delAnim modAnim">
        <pc:chgData name="Astrid Febrianca Astrid" userId="c12a9cdec1a0c9cd" providerId="LiveId" clId="{3463FAB1-B172-40F8-AEEA-6D119558275E}" dt="2019-01-11T17:05:43.046" v="1348"/>
        <pc:sldMkLst>
          <pc:docMk/>
          <pc:sldMk cId="4196973999" sldId="417"/>
        </pc:sldMkLst>
        <pc:spChg chg="mod">
          <ac:chgData name="Astrid Febrianca Astrid" userId="c12a9cdec1a0c9cd" providerId="LiveId" clId="{3463FAB1-B172-40F8-AEEA-6D119558275E}" dt="2019-01-11T17:02:25.511" v="1310" actId="1076"/>
          <ac:spMkLst>
            <pc:docMk/>
            <pc:sldMk cId="4196973999" sldId="417"/>
            <ac:spMk id="2" creationId="{93134491-908E-4FBC-B908-5F9724F80B00}"/>
          </ac:spMkLst>
        </pc:spChg>
        <pc:spChg chg="mod">
          <ac:chgData name="Astrid Febrianca Astrid" userId="c12a9cdec1a0c9cd" providerId="LiveId" clId="{3463FAB1-B172-40F8-AEEA-6D119558275E}" dt="2019-01-11T17:01:35.191" v="1289"/>
          <ac:spMkLst>
            <pc:docMk/>
            <pc:sldMk cId="4196973999" sldId="417"/>
            <ac:spMk id="8" creationId="{8E17D28D-648E-4A1F-9C8C-84756CB9158F}"/>
          </ac:spMkLst>
        </pc:spChg>
        <pc:grpChg chg="del">
          <ac:chgData name="Astrid Febrianca Astrid" userId="c12a9cdec1a0c9cd" providerId="LiveId" clId="{3463FAB1-B172-40F8-AEEA-6D119558275E}" dt="2019-01-11T17:05:37.282" v="1345" actId="478"/>
          <ac:grpSpMkLst>
            <pc:docMk/>
            <pc:sldMk cId="4196973999" sldId="417"/>
            <ac:grpSpMk id="7" creationId="{C659542E-5F1D-4224-9136-116185BACCD2}"/>
          </ac:grpSpMkLst>
        </pc:grpChg>
        <pc:grpChg chg="del mod">
          <ac:chgData name="Astrid Febrianca Astrid" userId="c12a9cdec1a0c9cd" providerId="LiveId" clId="{3463FAB1-B172-40F8-AEEA-6D119558275E}" dt="2019-01-11T17:05:36.341" v="1344"/>
          <ac:grpSpMkLst>
            <pc:docMk/>
            <pc:sldMk cId="4196973999" sldId="417"/>
            <ac:grpSpMk id="10" creationId="{1AD7DB37-FF20-4149-80EC-219BF918971A}"/>
          </ac:grpSpMkLst>
        </pc:grpChg>
        <pc:grpChg chg="add">
          <ac:chgData name="Astrid Febrianca Astrid" userId="c12a9cdec1a0c9cd" providerId="LiveId" clId="{3463FAB1-B172-40F8-AEEA-6D119558275E}" dt="2019-01-11T17:05:38.126" v="1346"/>
          <ac:grpSpMkLst>
            <pc:docMk/>
            <pc:sldMk cId="4196973999" sldId="417"/>
            <ac:grpSpMk id="14" creationId="{308FF4D2-DCBE-4C38-92CC-CCBAFA8C452C}"/>
          </ac:grpSpMkLst>
        </pc:grpChg>
        <pc:picChg chg="del mod">
          <ac:chgData name="Astrid Febrianca Astrid" userId="c12a9cdec1a0c9cd" providerId="LiveId" clId="{3463FAB1-B172-40F8-AEEA-6D119558275E}" dt="2019-01-11T16:58:30.733" v="1257" actId="478"/>
          <ac:picMkLst>
            <pc:docMk/>
            <pc:sldMk cId="4196973999" sldId="417"/>
            <ac:picMk id="19458" creationId="{4DEB183F-B9A1-4629-8451-9CF1959D79FA}"/>
          </ac:picMkLst>
        </pc:picChg>
      </pc:sldChg>
      <pc:sldChg chg="addSp delSp modSp add modAnim">
        <pc:chgData name="Astrid Febrianca Astrid" userId="c12a9cdec1a0c9cd" providerId="LiveId" clId="{3463FAB1-B172-40F8-AEEA-6D119558275E}" dt="2019-01-11T17:05:24.631" v="1343"/>
        <pc:sldMkLst>
          <pc:docMk/>
          <pc:sldMk cId="1844630176" sldId="420"/>
        </pc:sldMkLst>
        <pc:spChg chg="mod">
          <ac:chgData name="Astrid Febrianca Astrid" userId="c12a9cdec1a0c9cd" providerId="LiveId" clId="{3463FAB1-B172-40F8-AEEA-6D119558275E}" dt="2019-01-11T17:02:18.663" v="1309" actId="1076"/>
          <ac:spMkLst>
            <pc:docMk/>
            <pc:sldMk cId="1844630176" sldId="420"/>
            <ac:spMk id="2" creationId="{93134491-908E-4FBC-B908-5F9724F80B00}"/>
          </ac:spMkLst>
        </pc:spChg>
        <pc:spChg chg="add mod">
          <ac:chgData name="Astrid Febrianca Astrid" userId="c12a9cdec1a0c9cd" providerId="LiveId" clId="{3463FAB1-B172-40F8-AEEA-6D119558275E}" dt="2019-01-11T17:04:03.523" v="1329" actId="164"/>
          <ac:spMkLst>
            <pc:docMk/>
            <pc:sldMk cId="1844630176" sldId="420"/>
            <ac:spMk id="3" creationId="{F58D9C21-52E0-4685-8DA0-BEDADB08ADF0}"/>
          </ac:spMkLst>
        </pc:spChg>
        <pc:spChg chg="mod">
          <ac:chgData name="Astrid Febrianca Astrid" userId="c12a9cdec1a0c9cd" providerId="LiveId" clId="{3463FAB1-B172-40F8-AEEA-6D119558275E}" dt="2019-01-11T17:01:59.813" v="1306" actId="14100"/>
          <ac:spMkLst>
            <pc:docMk/>
            <pc:sldMk cId="1844630176" sldId="420"/>
            <ac:spMk id="8" creationId="{8E17D28D-648E-4A1F-9C8C-84756CB9158F}"/>
          </ac:spMkLst>
        </pc:spChg>
        <pc:spChg chg="add mod">
          <ac:chgData name="Astrid Febrianca Astrid" userId="c12a9cdec1a0c9cd" providerId="LiveId" clId="{3463FAB1-B172-40F8-AEEA-6D119558275E}" dt="2019-01-11T17:04:03.523" v="1329" actId="164"/>
          <ac:spMkLst>
            <pc:docMk/>
            <pc:sldMk cId="1844630176" sldId="420"/>
            <ac:spMk id="13" creationId="{62F1D08A-EF29-4E07-837B-BD7990A8F841}"/>
          </ac:spMkLst>
        </pc:spChg>
        <pc:spChg chg="add mod">
          <ac:chgData name="Astrid Febrianca Astrid" userId="c12a9cdec1a0c9cd" providerId="LiveId" clId="{3463FAB1-B172-40F8-AEEA-6D119558275E}" dt="2019-01-11T17:04:07.083" v="1330" actId="164"/>
          <ac:spMkLst>
            <pc:docMk/>
            <pc:sldMk cId="1844630176" sldId="420"/>
            <ac:spMk id="14" creationId="{36F03DFC-6FA9-4ED1-BF48-05DB739C39AF}"/>
          </ac:spMkLst>
        </pc:spChg>
        <pc:spChg chg="add mod">
          <ac:chgData name="Astrid Febrianca Astrid" userId="c12a9cdec1a0c9cd" providerId="LiveId" clId="{3463FAB1-B172-40F8-AEEA-6D119558275E}" dt="2019-01-11T17:04:07.083" v="1330" actId="164"/>
          <ac:spMkLst>
            <pc:docMk/>
            <pc:sldMk cId="1844630176" sldId="420"/>
            <ac:spMk id="16" creationId="{219614B4-AF72-4662-99E6-855099B23003}"/>
          </ac:spMkLst>
        </pc:spChg>
        <pc:spChg chg="mod">
          <ac:chgData name="Astrid Febrianca Astrid" userId="c12a9cdec1a0c9cd" providerId="LiveId" clId="{3463FAB1-B172-40F8-AEEA-6D119558275E}" dt="2019-01-11T17:01:46.259" v="1303" actId="20577"/>
          <ac:spMkLst>
            <pc:docMk/>
            <pc:sldMk cId="1844630176" sldId="420"/>
            <ac:spMk id="64" creationId="{78BAAC14-8D0F-4739-AC91-1A434B4F84B8}"/>
          </ac:spMkLst>
        </pc:spChg>
        <pc:grpChg chg="add mod">
          <ac:chgData name="Astrid Febrianca Astrid" userId="c12a9cdec1a0c9cd" providerId="LiveId" clId="{3463FAB1-B172-40F8-AEEA-6D119558275E}" dt="2019-01-11T17:04:03.523" v="1329" actId="164"/>
          <ac:grpSpMkLst>
            <pc:docMk/>
            <pc:sldMk cId="1844630176" sldId="420"/>
            <ac:grpSpMk id="4" creationId="{BA8134F5-A93F-4454-B324-78BB108991D8}"/>
          </ac:grpSpMkLst>
        </pc:grpChg>
        <pc:grpChg chg="add mod">
          <ac:chgData name="Astrid Febrianca Astrid" userId="c12a9cdec1a0c9cd" providerId="LiveId" clId="{3463FAB1-B172-40F8-AEEA-6D119558275E}" dt="2019-01-11T17:04:07.083" v="1330" actId="164"/>
          <ac:grpSpMkLst>
            <pc:docMk/>
            <pc:sldMk cId="1844630176" sldId="420"/>
            <ac:grpSpMk id="5" creationId="{F5A0BE11-7F7E-4599-89CF-192BBE2B7C06}"/>
          </ac:grpSpMkLst>
        </pc:grpChg>
        <pc:grpChg chg="add del">
          <ac:chgData name="Astrid Febrianca Astrid" userId="c12a9cdec1a0c9cd" providerId="LiveId" clId="{3463FAB1-B172-40F8-AEEA-6D119558275E}" dt="2019-01-11T17:05:17.703" v="1340" actId="478"/>
          <ac:grpSpMkLst>
            <pc:docMk/>
            <pc:sldMk cId="1844630176" sldId="420"/>
            <ac:grpSpMk id="7" creationId="{C659542E-5F1D-4224-9136-116185BACCD2}"/>
          </ac:grpSpMkLst>
        </pc:grpChg>
        <pc:grpChg chg="del mod">
          <ac:chgData name="Astrid Febrianca Astrid" userId="c12a9cdec1a0c9cd" providerId="LiveId" clId="{3463FAB1-B172-40F8-AEEA-6D119558275E}" dt="2019-01-11T17:05:16.132" v="1339"/>
          <ac:grpSpMkLst>
            <pc:docMk/>
            <pc:sldMk cId="1844630176" sldId="420"/>
            <ac:grpSpMk id="10" creationId="{1AD7DB37-FF20-4149-80EC-219BF918971A}"/>
          </ac:grpSpMkLst>
        </pc:grpChg>
        <pc:grpChg chg="add">
          <ac:chgData name="Astrid Febrianca Astrid" userId="c12a9cdec1a0c9cd" providerId="LiveId" clId="{3463FAB1-B172-40F8-AEEA-6D119558275E}" dt="2019-01-11T17:05:19.031" v="1341"/>
          <ac:grpSpMkLst>
            <pc:docMk/>
            <pc:sldMk cId="1844630176" sldId="420"/>
            <ac:grpSpMk id="19" creationId="{08EA1953-C122-4BB0-96A1-C97C372C8ACB}"/>
          </ac:grpSpMkLst>
        </pc:grpChg>
      </pc:sldChg>
      <pc:sldChg chg="addSp modSp modAnim">
        <pc:chgData name="Astrid Febrianca Astrid" userId="c12a9cdec1a0c9cd" providerId="LiveId" clId="{3463FAB1-B172-40F8-AEEA-6D119558275E}" dt="2019-01-13T08:08:54.160" v="8247" actId="1037"/>
        <pc:sldMkLst>
          <pc:docMk/>
          <pc:sldMk cId="4060915690" sldId="422"/>
        </pc:sldMkLst>
        <pc:spChg chg="add mod">
          <ac:chgData name="Astrid Febrianca Astrid" userId="c12a9cdec1a0c9cd" providerId="LiveId" clId="{3463FAB1-B172-40F8-AEEA-6D119558275E}" dt="2019-01-13T08:08:54.160" v="8247" actId="1037"/>
          <ac:spMkLst>
            <pc:docMk/>
            <pc:sldMk cId="4060915690" sldId="422"/>
            <ac:spMk id="2" creationId="{F9E20A0D-D595-44FA-B95A-0D677E92EBA7}"/>
          </ac:spMkLst>
        </pc:spChg>
      </pc:sldChg>
      <pc:sldChg chg="modSp">
        <pc:chgData name="Astrid Febrianca Astrid" userId="c12a9cdec1a0c9cd" providerId="LiveId" clId="{3463FAB1-B172-40F8-AEEA-6D119558275E}" dt="2019-01-13T08:09:32.610" v="8248" actId="1582"/>
        <pc:sldMkLst>
          <pc:docMk/>
          <pc:sldMk cId="2141806713" sldId="423"/>
        </pc:sldMkLst>
        <pc:spChg chg="mod">
          <ac:chgData name="Astrid Febrianca Astrid" userId="c12a9cdec1a0c9cd" providerId="LiveId" clId="{3463FAB1-B172-40F8-AEEA-6D119558275E}" dt="2019-01-13T08:09:32.610" v="8248" actId="1582"/>
          <ac:spMkLst>
            <pc:docMk/>
            <pc:sldMk cId="2141806713" sldId="423"/>
            <ac:spMk id="4" creationId="{00000000-0000-0000-0000-000000000000}"/>
          </ac:spMkLst>
        </pc:spChg>
      </pc:sldChg>
      <pc:sldChg chg="modAnim">
        <pc:chgData name="Astrid Febrianca Astrid" userId="c12a9cdec1a0c9cd" providerId="LiveId" clId="{3463FAB1-B172-40F8-AEEA-6D119558275E}" dt="2019-01-13T07:30:13.801" v="8233"/>
        <pc:sldMkLst>
          <pc:docMk/>
          <pc:sldMk cId="3088312362" sldId="427"/>
        </pc:sldMkLst>
      </pc:sldChg>
      <pc:sldChg chg="modAnim">
        <pc:chgData name="Astrid Febrianca Astrid" userId="c12a9cdec1a0c9cd" providerId="LiveId" clId="{3463FAB1-B172-40F8-AEEA-6D119558275E}" dt="2019-01-13T07:30:56.397" v="8235"/>
        <pc:sldMkLst>
          <pc:docMk/>
          <pc:sldMk cId="3619245169" sldId="428"/>
        </pc:sldMkLst>
      </pc:sldChg>
      <pc:sldChg chg="add">
        <pc:chgData name="Astrid Febrianca Astrid" userId="c12a9cdec1a0c9cd" providerId="LiveId" clId="{3463FAB1-B172-40F8-AEEA-6D119558275E}" dt="2019-01-12T14:28:23.217" v="2385"/>
        <pc:sldMkLst>
          <pc:docMk/>
          <pc:sldMk cId="3263389877" sldId="430"/>
        </pc:sldMkLst>
      </pc:sldChg>
      <pc:sldChg chg="add modTransition modNotesTx">
        <pc:chgData name="Astrid Febrianca Astrid" userId="c12a9cdec1a0c9cd" providerId="LiveId" clId="{3463FAB1-B172-40F8-AEEA-6D119558275E}" dt="2019-01-13T06:32:17.743" v="6266" actId="20577"/>
        <pc:sldMkLst>
          <pc:docMk/>
          <pc:sldMk cId="3884027419" sldId="436"/>
        </pc:sldMkLst>
      </pc:sldChg>
      <pc:sldChg chg="modSp add">
        <pc:chgData name="Astrid Febrianca Astrid" userId="c12a9cdec1a0c9cd" providerId="LiveId" clId="{3463FAB1-B172-40F8-AEEA-6D119558275E}" dt="2019-01-13T04:21:58.986" v="5087"/>
        <pc:sldMkLst>
          <pc:docMk/>
          <pc:sldMk cId="1506043196" sldId="437"/>
        </pc:sldMkLst>
        <pc:spChg chg="mod">
          <ac:chgData name="Astrid Febrianca Astrid" userId="c12a9cdec1a0c9cd" providerId="LiveId" clId="{3463FAB1-B172-40F8-AEEA-6D119558275E}" dt="2019-01-13T04:21:58.986" v="5087"/>
          <ac:spMkLst>
            <pc:docMk/>
            <pc:sldMk cId="1506043196" sldId="437"/>
            <ac:spMk id="64" creationId="{78BAAC14-8D0F-4739-AC91-1A434B4F84B8}"/>
          </ac:spMkLst>
        </pc:spChg>
        <pc:spChg chg="mod">
          <ac:chgData name="Astrid Febrianca Astrid" userId="c12a9cdec1a0c9cd" providerId="LiveId" clId="{3463FAB1-B172-40F8-AEEA-6D119558275E}" dt="2019-01-13T04:21:18.576" v="5074" actId="1076"/>
          <ac:spMkLst>
            <pc:docMk/>
            <pc:sldMk cId="1506043196" sldId="437"/>
            <ac:spMk id="84" creationId="{8CA6D5AF-C7D5-47D6-B947-60E0690DE742}"/>
          </ac:spMkLst>
        </pc:spChg>
        <pc:spChg chg="mod">
          <ac:chgData name="Astrid Febrianca Astrid" userId="c12a9cdec1a0c9cd" providerId="LiveId" clId="{3463FAB1-B172-40F8-AEEA-6D119558275E}" dt="2019-01-13T04:21:39.546" v="5086" actId="20577"/>
          <ac:spMkLst>
            <pc:docMk/>
            <pc:sldMk cId="1506043196" sldId="437"/>
            <ac:spMk id="85" creationId="{70170B33-F1BB-4A91-A0D2-B03843BB70F1}"/>
          </ac:spMkLst>
        </pc:spChg>
        <pc:spChg chg="mod">
          <ac:chgData name="Astrid Febrianca Astrid" userId="c12a9cdec1a0c9cd" providerId="LiveId" clId="{3463FAB1-B172-40F8-AEEA-6D119558275E}" dt="2019-01-13T04:21:25.942" v="5076" actId="14100"/>
          <ac:spMkLst>
            <pc:docMk/>
            <pc:sldMk cId="1506043196" sldId="437"/>
            <ac:spMk id="97" creationId="{29C80B13-985D-4C0E-AA37-0EF18424227B}"/>
          </ac:spMkLst>
        </pc:spChg>
        <pc:grpChg chg="mod">
          <ac:chgData name="Astrid Febrianca Astrid" userId="c12a9cdec1a0c9cd" providerId="LiveId" clId="{3463FAB1-B172-40F8-AEEA-6D119558275E}" dt="2019-01-13T04:21:34.280" v="5080" actId="14100"/>
          <ac:grpSpMkLst>
            <pc:docMk/>
            <pc:sldMk cId="1506043196" sldId="437"/>
            <ac:grpSpMk id="111" creationId="{5F4542DC-A09C-43D5-8148-70D904B7087C}"/>
          </ac:grpSpMkLst>
        </pc:grpChg>
      </pc:sldChg>
      <pc:sldChg chg="modAnim">
        <pc:chgData name="Astrid Febrianca Astrid" userId="c12a9cdec1a0c9cd" providerId="LiveId" clId="{3463FAB1-B172-40F8-AEEA-6D119558275E}" dt="2019-01-13T08:12:10.984" v="8255"/>
        <pc:sldMkLst>
          <pc:docMk/>
          <pc:sldMk cId="2428182959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76E04-04EA-447C-A4C9-2285FC1D7DE5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F24D5-6FA7-458D-98B3-4C3EC50C5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0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F24D5-6FA7-458D-98B3-4C3EC50C59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0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F24D5-6FA7-458D-98B3-4C3EC50C59F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62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5BF62-8B53-9BD1-A1C6-04445C255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E5694-11AC-6A55-5650-6C33CF622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39FA2-14EE-C195-B2DA-EC115CEF0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A8B2F-5A2E-EC10-2200-6C2B08D23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F24D5-6FA7-458D-98B3-4C3EC50C59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61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A20E1-CBBD-F1BA-A12D-625BE543C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5C09AD-2ED4-9990-E8F8-A9EF79E19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0360C-EAD9-4D4F-D075-75A4F3BA4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3AF56-F99C-E599-0FC7-C67B91FC3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F24D5-6FA7-458D-98B3-4C3EC50C59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29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883A9-8253-3A18-44BE-8582D89C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246D6-0A29-38DA-3A25-57B7C965E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B68EF-3967-EBE1-239D-AABDC732D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0454C-87A2-C109-9A06-1E6E8543E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F24D5-6FA7-458D-98B3-4C3EC50C59F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53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7976D-585C-58F5-6D10-DD781FACC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500B7-DAC3-A08C-61DE-9A740D5E3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B416E-09A4-B9DC-E65D-CA173DE16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57C98-896E-B48B-9B7F-CD3F0D7EC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F24D5-6FA7-458D-98B3-4C3EC50C59F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34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0B42-DCD2-6FD5-98E1-C2923398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5E14F-A4F0-455D-9F78-B0D20815C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AA1E5-968B-6378-6FE7-264363D1A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4F603-DD87-6909-DEB2-E8178E0A5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F24D5-6FA7-458D-98B3-4C3EC50C59F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18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AA9AA-899D-7B41-B4CD-ACFF1538D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E870A-4541-8886-2D1E-14251C98E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C06BC-99A4-8FB5-7FE9-4F3DF94A8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6088-B77F-3C06-BC3F-0D4EF2B28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F24D5-6FA7-458D-98B3-4C3EC50C59F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59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59668-C663-CE56-F304-27C7D0B2C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61A8F-1B41-BC7F-5660-3D40F577C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F9FE5-F874-3B26-3387-B69D136CF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F27A0-C64C-84E0-C7D9-37DE78708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F24D5-6FA7-458D-98B3-4C3EC50C59F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31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8A001-AB17-9F27-244F-0C47BCB9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91FFA-2E91-2589-70D8-D2E0C8A71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0BEA3-D929-C638-A12B-82920B001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1A1BE-7F2A-AC01-AD92-6146B978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F24D5-6FA7-458D-98B3-4C3EC50C59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03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2E447-ABA8-0521-FBC8-0B19C3BA5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D7769-B8D7-A223-E4FF-7B135847D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60F21-83BA-9D96-06DE-31BE92564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40DA0-4A21-945C-564C-B1DE6B12F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F24D5-6FA7-458D-98B3-4C3EC50C59F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99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F36E-D742-41FF-86BF-DB06B752C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B5A01-95C3-45AE-8F91-DA55376D2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FF61A-4986-4212-BC69-7CFEA1534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69124-F480-403E-A988-0BA85AE1B687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9A63F-84D7-42FA-A7DF-6E2BA803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02AFF-AE75-405D-8935-07379B93B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076B-7A76-4AF4-921E-2D2B80443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40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62217-5043-4906-9C1A-19B086BC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D0B98-5BE2-438B-8B3E-D45EE6977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0E684-94C1-47AF-827D-CF0E3EFC8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69124-F480-403E-A988-0BA85AE1B687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A9A84-7222-43F9-8755-01CE2919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59720-0C61-4CB2-8461-7F5D48F9F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076B-7A76-4AF4-921E-2D2B80443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90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D49B-BDCB-4C87-B9ED-E136D7AE0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CDB91-58D4-4B8B-82AB-09D639C1D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CC830-FA68-439F-9629-21E2C9A94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69124-F480-403E-A988-0BA85AE1B687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38687-F5C4-41F0-BF4A-89ACF1B6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E444A-547E-409C-8D8A-7A415A157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076B-7A76-4AF4-921E-2D2B80443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82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55EF-4798-46AF-A3DE-9E2846ED1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2A393-C6DD-4989-8A64-7921D93EE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574A1-5AF7-49DD-968A-D5982261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F6725-646C-4F5D-8F5F-ACB2CE2B8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69124-F480-403E-A988-0BA85AE1B687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AFB24-4D31-41D0-8A4C-B3E27559F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7FA7E-9887-410C-8DFF-09030C73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076B-7A76-4AF4-921E-2D2B80443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43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7A9CE-B4EF-476C-96B0-FF36C7568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D2369-0DAB-453A-9874-846EEBAC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4578D-2A4C-435A-B996-3587EE45A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46F75B-5428-416A-AACC-B10BC5703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675593-CE7A-4A1A-9759-6EAD157C82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9E15F3-4E3C-4520-BA8E-D9C3B7B82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69124-F480-403E-A988-0BA85AE1B687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D7743-BFE9-4FDF-B619-A5D0A0AC5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23D764-F04F-4756-ADAA-6705C389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076B-7A76-4AF4-921E-2D2B80443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3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7FA6B-21FF-4E12-95C2-B6CE6D785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63016-83CA-4C49-B552-ADE8E2BD9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69124-F480-403E-A988-0BA85AE1B687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8F744-E61D-4DD5-98D8-F866346CA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AF878-2E2F-4F5D-982A-3273B74E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076B-7A76-4AF4-921E-2D2B80443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30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5A32F-ABAD-4396-BC91-35700E4B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69124-F480-403E-A988-0BA85AE1B687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77B16B-7D1E-4DF0-A6B8-315DB480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4AFA6-6058-4A08-BB82-C50B6D972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076B-7A76-4AF4-921E-2D2B80443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3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E8D9-7886-4C3E-B5F2-240C3D9EF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9E0B1-38A3-4DE7-B310-E204F909B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EAFE4-8B38-4ED1-ADF4-E93C8AB5A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84692-7A41-4F9F-AB76-9BBCB20B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69124-F480-403E-A988-0BA85AE1B687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48EFA-6444-4676-BD7E-10C6728F0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91D16-E952-4B1E-B2DC-F31B68C0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076B-7A76-4AF4-921E-2D2B80443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26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6446-B45C-4A97-8927-BF565FB3B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1EFDA-BBFC-4610-8CD6-4303EEE3E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B79EB-B1A3-45D0-9B07-164F6CB14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8DC7C-52DD-4DF2-B548-970E61585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69124-F480-403E-A988-0BA85AE1B687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ACF1A-6A69-4A7C-926E-1348C2CB8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2C4C7-1FCF-4E20-8568-BCDB40096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076B-7A76-4AF4-921E-2D2B80443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58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696E-30D8-4BCA-9AC0-48BE4BCC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E48FC-0B66-4855-91F3-A397BF3CE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1B0E8-EE46-45EA-BEB2-207B6088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69124-F480-403E-A988-0BA85AE1B687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1331E-A467-47EF-98A2-4171C3DFB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E0359-C092-4198-98BA-0D78EC14A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076B-7A76-4AF4-921E-2D2B80443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3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8F9FEB-1C77-420D-8BA2-F777DAB2B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C9CC5-A75C-4251-8686-963304442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F2058-21B4-47AD-A445-F8FC7ACA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69124-F480-403E-A988-0BA85AE1B687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EF04E-B140-4E59-9FE5-6685DA10D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DA313-75C0-4FBB-9BCB-94A714C76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076B-7A76-4AF4-921E-2D2B80443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4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AF4AA-F1D8-4FAA-A160-D95BE334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9DE6E-24BC-4A42-904F-7E87EC8E5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EDADB-1CDC-4509-B6A9-345D45227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69124-F480-403E-A988-0BA85AE1B687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6A414-018C-43CE-BEDB-2679001FF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76337-4C09-4DEE-B88C-54DFED7B4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3076B-7A76-4AF4-921E-2D2B80443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23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74543A3-A871-44B0-9BA4-4FD784D7E9E8}"/>
              </a:ext>
            </a:extLst>
          </p:cNvPr>
          <p:cNvSpPr/>
          <p:nvPr/>
        </p:nvSpPr>
        <p:spPr>
          <a:xfrm>
            <a:off x="0" y="0"/>
            <a:ext cx="12221029" cy="6858000"/>
          </a:xfrm>
          <a:prstGeom prst="rect">
            <a:avLst/>
          </a:prstGeom>
          <a:gradFill flip="none" rotWithShape="1">
            <a:gsLst>
              <a:gs pos="0">
                <a:srgbClr val="F26622">
                  <a:tint val="66000"/>
                  <a:satMod val="160000"/>
                </a:srgbClr>
              </a:gs>
              <a:gs pos="50000">
                <a:srgbClr val="F26622">
                  <a:tint val="44500"/>
                  <a:satMod val="160000"/>
                </a:srgb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CAC578A-623B-41C0-8387-AB22C806A2B7}"/>
              </a:ext>
            </a:extLst>
          </p:cNvPr>
          <p:cNvGrpSpPr/>
          <p:nvPr/>
        </p:nvGrpSpPr>
        <p:grpSpPr>
          <a:xfrm>
            <a:off x="0" y="-517755"/>
            <a:ext cx="1755820" cy="324896"/>
            <a:chOff x="869452" y="-3368162"/>
            <a:chExt cx="7810998" cy="144534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3FDD55A-FD41-4EEF-8D26-D607C54C3480}"/>
                </a:ext>
              </a:extLst>
            </p:cNvPr>
            <p:cNvSpPr/>
            <p:nvPr/>
          </p:nvSpPr>
          <p:spPr>
            <a:xfrm>
              <a:off x="869452" y="-3368162"/>
              <a:ext cx="1445342" cy="1445342"/>
            </a:xfrm>
            <a:prstGeom prst="ellipse">
              <a:avLst/>
            </a:prstGeom>
            <a:solidFill>
              <a:srgbClr val="BDE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F0F404-F52F-4C73-915C-443CE0CCF829}"/>
                </a:ext>
              </a:extLst>
            </p:cNvPr>
            <p:cNvSpPr/>
            <p:nvPr/>
          </p:nvSpPr>
          <p:spPr>
            <a:xfrm>
              <a:off x="2991337" y="-3368162"/>
              <a:ext cx="1445342" cy="1445342"/>
            </a:xfrm>
            <a:prstGeom prst="ellipse">
              <a:avLst/>
            </a:prstGeom>
            <a:solidFill>
              <a:srgbClr val="0681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86CA48B-058D-47D5-9F18-B2CA3C3163D2}"/>
                </a:ext>
              </a:extLst>
            </p:cNvPr>
            <p:cNvSpPr/>
            <p:nvPr/>
          </p:nvSpPr>
          <p:spPr>
            <a:xfrm>
              <a:off x="5113222" y="-3368162"/>
              <a:ext cx="1445342" cy="1445342"/>
            </a:xfrm>
            <a:prstGeom prst="ellipse">
              <a:avLst/>
            </a:prstGeom>
            <a:solidFill>
              <a:srgbClr val="45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61868D8-0184-4920-939A-C9635B155BE5}"/>
                </a:ext>
              </a:extLst>
            </p:cNvPr>
            <p:cNvSpPr/>
            <p:nvPr/>
          </p:nvSpPr>
          <p:spPr>
            <a:xfrm>
              <a:off x="7235108" y="-3368162"/>
              <a:ext cx="1445342" cy="1445342"/>
            </a:xfrm>
            <a:prstGeom prst="ellipse">
              <a:avLst/>
            </a:prstGeom>
            <a:solidFill>
              <a:srgbClr val="BDE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8E650D7-8B00-4A62-A325-F03F3DB889B5}"/>
              </a:ext>
            </a:extLst>
          </p:cNvPr>
          <p:cNvGrpSpPr/>
          <p:nvPr/>
        </p:nvGrpSpPr>
        <p:grpSpPr>
          <a:xfrm>
            <a:off x="1662637" y="2858592"/>
            <a:ext cx="8895770" cy="869281"/>
            <a:chOff x="1643594" y="3856440"/>
            <a:chExt cx="8895770" cy="86928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4A23744-D77C-42C9-9123-02987EB3A91C}"/>
                </a:ext>
              </a:extLst>
            </p:cNvPr>
            <p:cNvSpPr txBox="1"/>
            <p:nvPr/>
          </p:nvSpPr>
          <p:spPr>
            <a:xfrm>
              <a:off x="1643594" y="3856440"/>
              <a:ext cx="889577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spc="300" dirty="0">
                  <a:solidFill>
                    <a:schemeClr val="bg1"/>
                  </a:solidFill>
                  <a:latin typeface="+mj-lt"/>
                </a:rPr>
                <a:t>AUTOMASI DENGAN GITHUB ACTIONS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3D017D1-9B42-4963-8502-47952533B93E}"/>
                </a:ext>
              </a:extLst>
            </p:cNvPr>
            <p:cNvCxnSpPr/>
            <p:nvPr/>
          </p:nvCxnSpPr>
          <p:spPr>
            <a:xfrm>
              <a:off x="3951382" y="4725721"/>
              <a:ext cx="425114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Freeform 33">
            <a:extLst>
              <a:ext uri="{FF2B5EF4-FFF2-40B4-BE49-F238E27FC236}">
                <a16:creationId xmlns:a16="http://schemas.microsoft.com/office/drawing/2014/main" id="{07C6DBF7-4EAC-4C73-BCA0-558E28AC9512}"/>
              </a:ext>
            </a:extLst>
          </p:cNvPr>
          <p:cNvSpPr/>
          <p:nvPr/>
        </p:nvSpPr>
        <p:spPr>
          <a:xfrm>
            <a:off x="2487786" y="1617747"/>
            <a:ext cx="292461" cy="292461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17B5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33">
            <a:extLst>
              <a:ext uri="{FF2B5EF4-FFF2-40B4-BE49-F238E27FC236}">
                <a16:creationId xmlns:a16="http://schemas.microsoft.com/office/drawing/2014/main" id="{7960A2DB-0763-4BBE-9597-92F9A345804E}"/>
              </a:ext>
            </a:extLst>
          </p:cNvPr>
          <p:cNvSpPr/>
          <p:nvPr/>
        </p:nvSpPr>
        <p:spPr>
          <a:xfrm>
            <a:off x="9467864" y="5304529"/>
            <a:ext cx="292461" cy="292461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9ADD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9">
            <a:extLst>
              <a:ext uri="{FF2B5EF4-FFF2-40B4-BE49-F238E27FC236}">
                <a16:creationId xmlns:a16="http://schemas.microsoft.com/office/drawing/2014/main" id="{6F62B0F0-7593-451B-9352-05CB1FD57424}"/>
              </a:ext>
            </a:extLst>
          </p:cNvPr>
          <p:cNvSpPr>
            <a:spLocks/>
          </p:cNvSpPr>
          <p:nvPr/>
        </p:nvSpPr>
        <p:spPr bwMode="auto">
          <a:xfrm>
            <a:off x="7050921" y="1"/>
            <a:ext cx="5170108" cy="2581581"/>
          </a:xfrm>
          <a:custGeom>
            <a:avLst/>
            <a:gdLst>
              <a:gd name="T0" fmla="*/ 0 w 7680"/>
              <a:gd name="T1" fmla="*/ 0 h 1850"/>
              <a:gd name="T2" fmla="*/ 2319 w 7680"/>
              <a:gd name="T3" fmla="*/ 713 h 1850"/>
              <a:gd name="T4" fmla="*/ 7680 w 7680"/>
              <a:gd name="T5" fmla="*/ 1850 h 1850"/>
              <a:gd name="T6" fmla="*/ 7680 w 7680"/>
              <a:gd name="T7" fmla="*/ 0 h 1850"/>
              <a:gd name="T8" fmla="*/ 0 w 7680"/>
              <a:gd name="T9" fmla="*/ 0 h 1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0" h="1850">
                <a:moveTo>
                  <a:pt x="0" y="0"/>
                </a:moveTo>
                <a:cubicBezTo>
                  <a:pt x="0" y="0"/>
                  <a:pt x="649" y="713"/>
                  <a:pt x="2319" y="713"/>
                </a:cubicBezTo>
                <a:cubicBezTo>
                  <a:pt x="5172" y="713"/>
                  <a:pt x="4900" y="1850"/>
                  <a:pt x="7680" y="1850"/>
                </a:cubicBezTo>
                <a:cubicBezTo>
                  <a:pt x="7680" y="0"/>
                  <a:pt x="7680" y="0"/>
                  <a:pt x="768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20000"/>
            </a:schemeClr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2BCB4B14-6028-4CDA-B013-7989AB8E5507}"/>
              </a:ext>
            </a:extLst>
          </p:cNvPr>
          <p:cNvSpPr>
            <a:spLocks/>
          </p:cNvSpPr>
          <p:nvPr/>
        </p:nvSpPr>
        <p:spPr bwMode="auto">
          <a:xfrm rot="10800000">
            <a:off x="0" y="4217420"/>
            <a:ext cx="5268035" cy="2630478"/>
          </a:xfrm>
          <a:custGeom>
            <a:avLst/>
            <a:gdLst>
              <a:gd name="T0" fmla="*/ 0 w 7680"/>
              <a:gd name="T1" fmla="*/ 0 h 1850"/>
              <a:gd name="T2" fmla="*/ 2319 w 7680"/>
              <a:gd name="T3" fmla="*/ 713 h 1850"/>
              <a:gd name="T4" fmla="*/ 7680 w 7680"/>
              <a:gd name="T5" fmla="*/ 1850 h 1850"/>
              <a:gd name="T6" fmla="*/ 7680 w 7680"/>
              <a:gd name="T7" fmla="*/ 0 h 1850"/>
              <a:gd name="T8" fmla="*/ 0 w 7680"/>
              <a:gd name="T9" fmla="*/ 0 h 1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0" h="1850">
                <a:moveTo>
                  <a:pt x="0" y="0"/>
                </a:moveTo>
                <a:cubicBezTo>
                  <a:pt x="0" y="0"/>
                  <a:pt x="649" y="713"/>
                  <a:pt x="2319" y="713"/>
                </a:cubicBezTo>
                <a:cubicBezTo>
                  <a:pt x="5172" y="713"/>
                  <a:pt x="4900" y="1850"/>
                  <a:pt x="7680" y="1850"/>
                </a:cubicBezTo>
                <a:cubicBezTo>
                  <a:pt x="7680" y="0"/>
                  <a:pt x="7680" y="0"/>
                  <a:pt x="76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3A5759-C9BB-4FFD-BA1D-324DE70B8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3" y="5732585"/>
            <a:ext cx="1125415" cy="112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1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20">
            <a:extLst>
              <a:ext uri="{FF2B5EF4-FFF2-40B4-BE49-F238E27FC236}">
                <a16:creationId xmlns:a16="http://schemas.microsoft.com/office/drawing/2014/main" id="{B09BAB26-9C65-4275-87DA-E14A3C5057A5}"/>
              </a:ext>
            </a:extLst>
          </p:cNvPr>
          <p:cNvSpPr/>
          <p:nvPr/>
        </p:nvSpPr>
        <p:spPr>
          <a:xfrm>
            <a:off x="749809" y="717377"/>
            <a:ext cx="265874" cy="265874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45C2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3DA7162-D773-4051-8322-1E60800DE33E}"/>
              </a:ext>
            </a:extLst>
          </p:cNvPr>
          <p:cNvCxnSpPr>
            <a:cxnSpLocks/>
          </p:cNvCxnSpPr>
          <p:nvPr/>
        </p:nvCxnSpPr>
        <p:spPr>
          <a:xfrm>
            <a:off x="1218098" y="1504437"/>
            <a:ext cx="7034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151669A-9897-4C36-9C9E-068BB7D177FB}"/>
              </a:ext>
            </a:extLst>
          </p:cNvPr>
          <p:cNvSpPr txBox="1"/>
          <p:nvPr/>
        </p:nvSpPr>
        <p:spPr>
          <a:xfrm>
            <a:off x="1218098" y="771496"/>
            <a:ext cx="1409040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40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CI/CD</a:t>
            </a: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9AFDD742-4977-40AD-A760-950B2BFD2D92}"/>
              </a:ext>
            </a:extLst>
          </p:cNvPr>
          <p:cNvSpPr>
            <a:spLocks/>
          </p:cNvSpPr>
          <p:nvPr/>
        </p:nvSpPr>
        <p:spPr bwMode="auto">
          <a:xfrm>
            <a:off x="6964906" y="-3795"/>
            <a:ext cx="5268035" cy="2630478"/>
          </a:xfrm>
          <a:custGeom>
            <a:avLst/>
            <a:gdLst>
              <a:gd name="T0" fmla="*/ 0 w 7680"/>
              <a:gd name="T1" fmla="*/ 0 h 1850"/>
              <a:gd name="T2" fmla="*/ 2319 w 7680"/>
              <a:gd name="T3" fmla="*/ 713 h 1850"/>
              <a:gd name="T4" fmla="*/ 7680 w 7680"/>
              <a:gd name="T5" fmla="*/ 1850 h 1850"/>
              <a:gd name="T6" fmla="*/ 7680 w 7680"/>
              <a:gd name="T7" fmla="*/ 0 h 1850"/>
              <a:gd name="T8" fmla="*/ 0 w 7680"/>
              <a:gd name="T9" fmla="*/ 0 h 1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0" h="1850">
                <a:moveTo>
                  <a:pt x="0" y="0"/>
                </a:moveTo>
                <a:cubicBezTo>
                  <a:pt x="0" y="0"/>
                  <a:pt x="649" y="713"/>
                  <a:pt x="2319" y="713"/>
                </a:cubicBezTo>
                <a:cubicBezTo>
                  <a:pt x="5172" y="713"/>
                  <a:pt x="4900" y="1850"/>
                  <a:pt x="7680" y="1850"/>
                </a:cubicBezTo>
                <a:cubicBezTo>
                  <a:pt x="7680" y="0"/>
                  <a:pt x="7680" y="0"/>
                  <a:pt x="7680" y="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50000">
                <a:srgbClr val="C55A11">
                  <a:tint val="44500"/>
                  <a:satMod val="160000"/>
                </a:srgbClr>
              </a:gs>
              <a:gs pos="100000">
                <a:srgbClr val="EEA795"/>
              </a:gs>
            </a:gsLst>
            <a:lin ang="8100000" scaled="1"/>
            <a:tileRect/>
          </a:gra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EE6D51-7C79-36EE-B17E-1B0737846A0C}"/>
              </a:ext>
            </a:extLst>
          </p:cNvPr>
          <p:cNvSpPr txBox="1"/>
          <p:nvPr/>
        </p:nvSpPr>
        <p:spPr>
          <a:xfrm>
            <a:off x="838200" y="1700594"/>
            <a:ext cx="5257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1" dirty="0">
                <a:effectLst/>
                <a:latin typeface="Source Sans Pro" panose="020B0503030403020204" pitchFamily="34" charset="0"/>
              </a:rPr>
              <a:t>Continuous integration (CI) 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adalah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pengintegrasian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kode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ke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dalam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repositori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kode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kemudian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menjalankan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pengujian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secara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otomatis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,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cepat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, dan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sering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. CI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dapat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dilakukan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dengan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menggunakan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perintah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  </a:t>
            </a:r>
            <a:r>
              <a:rPr lang="en-US" b="0" i="1" dirty="0">
                <a:effectLst/>
                <a:latin typeface="Source Sans Pro" panose="020B0503030403020204" pitchFamily="34" charset="0"/>
              </a:rPr>
              <a:t>commit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.</a:t>
            </a:r>
          </a:p>
          <a:p>
            <a:pPr algn="just"/>
            <a:endParaRPr lang="en-US" b="0" i="0" dirty="0">
              <a:effectLst/>
              <a:latin typeface="Source Sans Pro" panose="020B0503030403020204" pitchFamily="34" charset="0"/>
            </a:endParaRPr>
          </a:p>
          <a:p>
            <a:pPr algn="just"/>
            <a:r>
              <a:rPr lang="en-US" b="0" i="0" dirty="0" err="1">
                <a:effectLst/>
                <a:latin typeface="Source Sans Pro" panose="020B0503030403020204" pitchFamily="34" charset="0"/>
              </a:rPr>
              <a:t>Sementara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 </a:t>
            </a:r>
            <a:r>
              <a:rPr lang="en-US" b="0" i="1" dirty="0" err="1">
                <a:effectLst/>
                <a:latin typeface="Source Sans Pro" panose="020B0503030403020204" pitchFamily="34" charset="0"/>
              </a:rPr>
              <a:t>continous</a:t>
            </a:r>
            <a:r>
              <a:rPr lang="en-US" b="0" i="1" dirty="0">
                <a:effectLst/>
                <a:latin typeface="Source Sans Pro" panose="020B0503030403020204" pitchFamily="34" charset="0"/>
              </a:rPr>
              <a:t> delivery 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atau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 </a:t>
            </a:r>
            <a:r>
              <a:rPr lang="en-US" b="0" i="1" dirty="0">
                <a:effectLst/>
                <a:latin typeface="Source Sans Pro" panose="020B0503030403020204" pitchFamily="34" charset="0"/>
              </a:rPr>
              <a:t>continuous deployment (CD)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 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adalah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praktik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yang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dilakukan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setelah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proses CI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selesai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dan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seluruh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kode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berhasil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terintegrasi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,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sehingga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aplikasi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bisa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dibangun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lalu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dirilis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secara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otomatis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.</a:t>
            </a:r>
          </a:p>
        </p:txBody>
      </p:sp>
      <p:pic>
        <p:nvPicPr>
          <p:cNvPr id="1026" name="Picture 2" descr="Automated QA &amp; Deployment Menggunakan Gitlab CI/CD | by Krisna Ihsani |  Medium">
            <a:extLst>
              <a:ext uri="{FF2B5EF4-FFF2-40B4-BE49-F238E27FC236}">
                <a16:creationId xmlns:a16="http://schemas.microsoft.com/office/drawing/2014/main" id="{272C1FC0-DD8E-6670-EBD5-6938EE542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011" y="2393538"/>
            <a:ext cx="6942312" cy="327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3489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1A66F-71DE-0F24-1E10-BC3014286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20">
            <a:extLst>
              <a:ext uri="{FF2B5EF4-FFF2-40B4-BE49-F238E27FC236}">
                <a16:creationId xmlns:a16="http://schemas.microsoft.com/office/drawing/2014/main" id="{9D9F4301-D6FE-988C-F4D0-6476163BBD36}"/>
              </a:ext>
            </a:extLst>
          </p:cNvPr>
          <p:cNvSpPr/>
          <p:nvPr/>
        </p:nvSpPr>
        <p:spPr>
          <a:xfrm>
            <a:off x="749809" y="717377"/>
            <a:ext cx="265874" cy="265874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45C2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ADA9E28-EB80-0324-849D-1E1B8C404E5B}"/>
              </a:ext>
            </a:extLst>
          </p:cNvPr>
          <p:cNvCxnSpPr>
            <a:cxnSpLocks/>
          </p:cNvCxnSpPr>
          <p:nvPr/>
        </p:nvCxnSpPr>
        <p:spPr>
          <a:xfrm>
            <a:off x="1218098" y="1504437"/>
            <a:ext cx="7034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5AFD07-E415-B2FB-0EDF-4C032B2ABD09}"/>
              </a:ext>
            </a:extLst>
          </p:cNvPr>
          <p:cNvSpPr txBox="1"/>
          <p:nvPr/>
        </p:nvSpPr>
        <p:spPr>
          <a:xfrm>
            <a:off x="1218098" y="771496"/>
            <a:ext cx="1409040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40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CI/CD</a:t>
            </a: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1C4D5E4E-DB82-481E-CC6B-D6B8C39B0D7D}"/>
              </a:ext>
            </a:extLst>
          </p:cNvPr>
          <p:cNvSpPr>
            <a:spLocks/>
          </p:cNvSpPr>
          <p:nvPr/>
        </p:nvSpPr>
        <p:spPr bwMode="auto">
          <a:xfrm>
            <a:off x="6964906" y="-3795"/>
            <a:ext cx="5268035" cy="2630478"/>
          </a:xfrm>
          <a:custGeom>
            <a:avLst/>
            <a:gdLst>
              <a:gd name="T0" fmla="*/ 0 w 7680"/>
              <a:gd name="T1" fmla="*/ 0 h 1850"/>
              <a:gd name="T2" fmla="*/ 2319 w 7680"/>
              <a:gd name="T3" fmla="*/ 713 h 1850"/>
              <a:gd name="T4" fmla="*/ 7680 w 7680"/>
              <a:gd name="T5" fmla="*/ 1850 h 1850"/>
              <a:gd name="T6" fmla="*/ 7680 w 7680"/>
              <a:gd name="T7" fmla="*/ 0 h 1850"/>
              <a:gd name="T8" fmla="*/ 0 w 7680"/>
              <a:gd name="T9" fmla="*/ 0 h 1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0" h="1850">
                <a:moveTo>
                  <a:pt x="0" y="0"/>
                </a:moveTo>
                <a:cubicBezTo>
                  <a:pt x="0" y="0"/>
                  <a:pt x="649" y="713"/>
                  <a:pt x="2319" y="713"/>
                </a:cubicBezTo>
                <a:cubicBezTo>
                  <a:pt x="5172" y="713"/>
                  <a:pt x="4900" y="1850"/>
                  <a:pt x="7680" y="1850"/>
                </a:cubicBezTo>
                <a:cubicBezTo>
                  <a:pt x="7680" y="0"/>
                  <a:pt x="7680" y="0"/>
                  <a:pt x="7680" y="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50000">
                <a:srgbClr val="C55A11">
                  <a:tint val="44500"/>
                  <a:satMod val="160000"/>
                </a:srgbClr>
              </a:gs>
              <a:gs pos="100000">
                <a:srgbClr val="EEA795"/>
              </a:gs>
            </a:gsLst>
            <a:lin ang="8100000" scaled="1"/>
            <a:tileRect/>
          </a:gra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8B9F29-C725-9F3F-6B63-19B77C3E33FD}"/>
              </a:ext>
            </a:extLst>
          </p:cNvPr>
          <p:cNvSpPr txBox="1"/>
          <p:nvPr/>
        </p:nvSpPr>
        <p:spPr>
          <a:xfrm>
            <a:off x="838200" y="1700594"/>
            <a:ext cx="5257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effectLst/>
                <a:latin typeface="Source Sans Pro" panose="020B0503030403020204" pitchFamily="34" charset="0"/>
              </a:rPr>
              <a:t>CI/CD </a:t>
            </a:r>
            <a:r>
              <a:rPr lang="en-US" b="0" i="1" dirty="0">
                <a:effectLst/>
                <a:latin typeface="Source Sans Pro" panose="020B0503030403020204" pitchFamily="34" charset="0"/>
              </a:rPr>
              <a:t>pipeline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 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ini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sangat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lazim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digunakan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dalam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pengembangan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perangkat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lunak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. CI/CD </a:t>
            </a:r>
            <a:r>
              <a:rPr lang="en-US" b="0" i="1" dirty="0">
                <a:effectLst/>
                <a:latin typeface="Source Sans Pro" panose="020B0503030403020204" pitchFamily="34" charset="0"/>
              </a:rPr>
              <a:t>pipeline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 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ini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menjadi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penghubung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antara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tim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pengembang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dengan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tim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operasional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yang di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dalamnya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terdapat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tiga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fase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yang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berupa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 </a:t>
            </a:r>
            <a:r>
              <a:rPr lang="en-US" b="0" i="1" dirty="0">
                <a:effectLst/>
                <a:latin typeface="Source Sans Pro" panose="020B0503030403020204" pitchFamily="34" charset="0"/>
              </a:rPr>
              <a:t>continuous integration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,</a:t>
            </a:r>
            <a:r>
              <a:rPr lang="en-US" b="0" i="1" dirty="0">
                <a:effectLst/>
                <a:latin typeface="Source Sans Pro" panose="020B0503030403020204" pitchFamily="34" charset="0"/>
              </a:rPr>
              <a:t> continuous delivery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, dan </a:t>
            </a:r>
            <a:r>
              <a:rPr lang="en-US" b="0" i="1" dirty="0">
                <a:effectLst/>
                <a:latin typeface="Source Sans Pro" panose="020B0503030403020204" pitchFamily="34" charset="0"/>
              </a:rPr>
              <a:t>continuous  deployment.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 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Ketiga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fase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tersebut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akan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dilakukan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secara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terus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menerus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dan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otomatis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untuk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mendapatkan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perangkat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lunak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yang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andal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dan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bebas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dari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 </a:t>
            </a:r>
            <a:r>
              <a:rPr lang="en-US" b="0" i="1" dirty="0">
                <a:effectLst/>
                <a:latin typeface="Source Sans Pro" panose="020B0503030403020204" pitchFamily="34" charset="0"/>
              </a:rPr>
              <a:t>bug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.</a:t>
            </a:r>
          </a:p>
        </p:txBody>
      </p:sp>
      <p:pic>
        <p:nvPicPr>
          <p:cNvPr id="1026" name="Picture 2" descr="Automated QA &amp; Deployment Menggunakan Gitlab CI/CD | by Krisna Ihsani |  Medium">
            <a:extLst>
              <a:ext uri="{FF2B5EF4-FFF2-40B4-BE49-F238E27FC236}">
                <a16:creationId xmlns:a16="http://schemas.microsoft.com/office/drawing/2014/main" id="{793B6191-F6F1-8092-E1EA-489F8CBB9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011" y="2393538"/>
            <a:ext cx="6942312" cy="327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8090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AF897-2E2F-C9AF-DE97-242BE8537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20">
            <a:extLst>
              <a:ext uri="{FF2B5EF4-FFF2-40B4-BE49-F238E27FC236}">
                <a16:creationId xmlns:a16="http://schemas.microsoft.com/office/drawing/2014/main" id="{707E432F-12F5-D899-3006-BC098F2F76E4}"/>
              </a:ext>
            </a:extLst>
          </p:cNvPr>
          <p:cNvSpPr/>
          <p:nvPr/>
        </p:nvSpPr>
        <p:spPr>
          <a:xfrm>
            <a:off x="749809" y="717377"/>
            <a:ext cx="265874" cy="265874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45C2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A0D149B-2D5A-2C61-F93E-65BCB862AA36}"/>
              </a:ext>
            </a:extLst>
          </p:cNvPr>
          <p:cNvCxnSpPr>
            <a:cxnSpLocks/>
          </p:cNvCxnSpPr>
          <p:nvPr/>
        </p:nvCxnSpPr>
        <p:spPr>
          <a:xfrm>
            <a:off x="1218098" y="1504437"/>
            <a:ext cx="7034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6A5B8F3-EF6C-6653-FE55-B00E10258878}"/>
              </a:ext>
            </a:extLst>
          </p:cNvPr>
          <p:cNvSpPr txBox="1"/>
          <p:nvPr/>
        </p:nvSpPr>
        <p:spPr>
          <a:xfrm>
            <a:off x="1218098" y="771496"/>
            <a:ext cx="1409040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40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CI/CD</a:t>
            </a: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4BE59373-5032-D58C-3DA9-C78DF07ECB5F}"/>
              </a:ext>
            </a:extLst>
          </p:cNvPr>
          <p:cNvSpPr>
            <a:spLocks/>
          </p:cNvSpPr>
          <p:nvPr/>
        </p:nvSpPr>
        <p:spPr bwMode="auto">
          <a:xfrm>
            <a:off x="6964906" y="-3795"/>
            <a:ext cx="5268035" cy="2630478"/>
          </a:xfrm>
          <a:custGeom>
            <a:avLst/>
            <a:gdLst>
              <a:gd name="T0" fmla="*/ 0 w 7680"/>
              <a:gd name="T1" fmla="*/ 0 h 1850"/>
              <a:gd name="T2" fmla="*/ 2319 w 7680"/>
              <a:gd name="T3" fmla="*/ 713 h 1850"/>
              <a:gd name="T4" fmla="*/ 7680 w 7680"/>
              <a:gd name="T5" fmla="*/ 1850 h 1850"/>
              <a:gd name="T6" fmla="*/ 7680 w 7680"/>
              <a:gd name="T7" fmla="*/ 0 h 1850"/>
              <a:gd name="T8" fmla="*/ 0 w 7680"/>
              <a:gd name="T9" fmla="*/ 0 h 1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0" h="1850">
                <a:moveTo>
                  <a:pt x="0" y="0"/>
                </a:moveTo>
                <a:cubicBezTo>
                  <a:pt x="0" y="0"/>
                  <a:pt x="649" y="713"/>
                  <a:pt x="2319" y="713"/>
                </a:cubicBezTo>
                <a:cubicBezTo>
                  <a:pt x="5172" y="713"/>
                  <a:pt x="4900" y="1850"/>
                  <a:pt x="7680" y="1850"/>
                </a:cubicBezTo>
                <a:cubicBezTo>
                  <a:pt x="7680" y="0"/>
                  <a:pt x="7680" y="0"/>
                  <a:pt x="7680" y="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50000">
                <a:srgbClr val="C55A11">
                  <a:tint val="44500"/>
                  <a:satMod val="160000"/>
                </a:srgbClr>
              </a:gs>
              <a:gs pos="100000">
                <a:srgbClr val="EEA795"/>
              </a:gs>
            </a:gsLst>
            <a:lin ang="8100000" scaled="1"/>
            <a:tileRect/>
          </a:gra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901A3C-060E-D02E-3169-C60C1DB67E6E}"/>
              </a:ext>
            </a:extLst>
          </p:cNvPr>
          <p:cNvSpPr txBox="1"/>
          <p:nvPr/>
        </p:nvSpPr>
        <p:spPr>
          <a:xfrm>
            <a:off x="838200" y="1700594"/>
            <a:ext cx="8580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 err="1">
                <a:effectLst/>
                <a:latin typeface="Inter"/>
              </a:rPr>
              <a:t>Dengan</a:t>
            </a:r>
            <a:r>
              <a:rPr lang="en-US" b="0" i="0" dirty="0">
                <a:effectLst/>
                <a:latin typeface="Inter"/>
              </a:rPr>
              <a:t> CI/CD, </a:t>
            </a:r>
            <a:r>
              <a:rPr lang="en-US" b="0" i="0" dirty="0" err="1">
                <a:effectLst/>
                <a:latin typeface="Inter"/>
              </a:rPr>
              <a:t>otomatisasi</a:t>
            </a:r>
            <a:r>
              <a:rPr lang="en-US" b="0" i="0" dirty="0">
                <a:effectLst/>
                <a:latin typeface="Inter"/>
              </a:rPr>
              <a:t> </a:t>
            </a:r>
            <a:r>
              <a:rPr lang="en-US" b="0" i="0" dirty="0" err="1">
                <a:effectLst/>
                <a:latin typeface="Inter"/>
              </a:rPr>
              <a:t>berlangsung</a:t>
            </a:r>
            <a:r>
              <a:rPr lang="en-US" b="0" i="0" dirty="0">
                <a:effectLst/>
                <a:latin typeface="Inter"/>
              </a:rPr>
              <a:t> </a:t>
            </a:r>
            <a:r>
              <a:rPr lang="en-US" b="0" i="0" dirty="0" err="1">
                <a:effectLst/>
                <a:latin typeface="Inter"/>
              </a:rPr>
              <a:t>dari</a:t>
            </a:r>
            <a:r>
              <a:rPr lang="en-US" b="0" i="0" dirty="0">
                <a:effectLst/>
                <a:latin typeface="Inter"/>
              </a:rPr>
              <a:t> </a:t>
            </a:r>
            <a:r>
              <a:rPr lang="en-US" b="0" i="0" dirty="0" err="1">
                <a:effectLst/>
                <a:latin typeface="Inter"/>
              </a:rPr>
              <a:t>sejak</a:t>
            </a:r>
            <a:r>
              <a:rPr lang="en-US" b="0" i="0" dirty="0">
                <a:effectLst/>
                <a:latin typeface="Inter"/>
              </a:rPr>
              <a:t> </a:t>
            </a:r>
            <a:r>
              <a:rPr lang="en-US" b="0" i="0" dirty="0" err="1">
                <a:effectLst/>
                <a:latin typeface="Inter"/>
              </a:rPr>
              <a:t>penulisan</a:t>
            </a:r>
            <a:r>
              <a:rPr lang="en-US" b="0" i="0" dirty="0">
                <a:effectLst/>
                <a:latin typeface="Inter"/>
              </a:rPr>
              <a:t> </a:t>
            </a:r>
            <a:r>
              <a:rPr lang="en-US" b="0" i="0" dirty="0" err="1">
                <a:effectLst/>
                <a:latin typeface="Inter"/>
              </a:rPr>
              <a:t>kode</a:t>
            </a:r>
            <a:r>
              <a:rPr lang="en-US" b="0" i="0" dirty="0">
                <a:effectLst/>
                <a:latin typeface="Inter"/>
              </a:rPr>
              <a:t> (</a:t>
            </a:r>
            <a:r>
              <a:rPr lang="en-US" b="0" i="1" dirty="0">
                <a:effectLst/>
                <a:latin typeface="Inter"/>
              </a:rPr>
              <a:t>coding</a:t>
            </a:r>
            <a:r>
              <a:rPr lang="en-US" b="0" i="0" dirty="0">
                <a:effectLst/>
                <a:latin typeface="Inter"/>
              </a:rPr>
              <a:t>), </a:t>
            </a:r>
            <a:r>
              <a:rPr lang="en-US" b="0" i="0" dirty="0" err="1">
                <a:effectLst/>
                <a:latin typeface="Inter"/>
              </a:rPr>
              <a:t>pengujian</a:t>
            </a:r>
            <a:r>
              <a:rPr lang="en-US" b="0" i="0" dirty="0">
                <a:effectLst/>
                <a:latin typeface="Inter"/>
              </a:rPr>
              <a:t> (</a:t>
            </a:r>
            <a:r>
              <a:rPr lang="en-US" b="0" i="1" dirty="0">
                <a:effectLst/>
                <a:latin typeface="Inter"/>
              </a:rPr>
              <a:t>testing</a:t>
            </a:r>
            <a:r>
              <a:rPr lang="en-US" b="0" i="0" dirty="0">
                <a:effectLst/>
                <a:latin typeface="Inter"/>
              </a:rPr>
              <a:t>), </a:t>
            </a:r>
            <a:r>
              <a:rPr lang="en-US" b="0" i="0" dirty="0" err="1">
                <a:effectLst/>
                <a:latin typeface="Inter"/>
              </a:rPr>
              <a:t>hingga</a:t>
            </a:r>
            <a:r>
              <a:rPr lang="en-US" b="0" i="0" dirty="0">
                <a:effectLst/>
                <a:latin typeface="Inter"/>
              </a:rPr>
              <a:t> </a:t>
            </a:r>
            <a:r>
              <a:rPr lang="en-US" b="0" i="0" dirty="0" err="1">
                <a:effectLst/>
                <a:latin typeface="Inter"/>
              </a:rPr>
              <a:t>produksi</a:t>
            </a:r>
            <a:r>
              <a:rPr lang="en-US" b="0" i="0" dirty="0">
                <a:effectLst/>
                <a:latin typeface="Inter"/>
              </a:rPr>
              <a:t> (</a:t>
            </a:r>
            <a:r>
              <a:rPr lang="en-US" b="0" i="1" dirty="0">
                <a:effectLst/>
                <a:latin typeface="Inter"/>
              </a:rPr>
              <a:t>deployment</a:t>
            </a:r>
            <a:r>
              <a:rPr lang="en-US" b="0" i="0" dirty="0">
                <a:effectLst/>
                <a:latin typeface="Inter"/>
              </a:rPr>
              <a:t>).</a:t>
            </a:r>
            <a:endParaRPr lang="en-US" b="0" i="0" dirty="0">
              <a:effectLst/>
              <a:latin typeface="Source Sans Pro" panose="020B0503030403020204" pitchFamily="34" charset="0"/>
            </a:endParaRPr>
          </a:p>
        </p:txBody>
      </p:sp>
      <p:pic>
        <p:nvPicPr>
          <p:cNvPr id="2050" name="Picture 2" descr="pengertian ci/cd">
            <a:extLst>
              <a:ext uri="{FF2B5EF4-FFF2-40B4-BE49-F238E27FC236}">
                <a16:creationId xmlns:a16="http://schemas.microsoft.com/office/drawing/2014/main" id="{E716F421-9CB3-5516-BAA8-337DEFF22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660" y="2626683"/>
            <a:ext cx="73152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34636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6CAE0-BDF7-A08A-AA82-868366A6E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20">
            <a:extLst>
              <a:ext uri="{FF2B5EF4-FFF2-40B4-BE49-F238E27FC236}">
                <a16:creationId xmlns:a16="http://schemas.microsoft.com/office/drawing/2014/main" id="{71A7630B-9E37-7D00-C7DE-0E48CF839787}"/>
              </a:ext>
            </a:extLst>
          </p:cNvPr>
          <p:cNvSpPr/>
          <p:nvPr/>
        </p:nvSpPr>
        <p:spPr>
          <a:xfrm>
            <a:off x="749809" y="717377"/>
            <a:ext cx="265874" cy="265874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45C2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4697A9D-597B-CE42-7285-03D7C6B495FF}"/>
              </a:ext>
            </a:extLst>
          </p:cNvPr>
          <p:cNvCxnSpPr>
            <a:cxnSpLocks/>
          </p:cNvCxnSpPr>
          <p:nvPr/>
        </p:nvCxnSpPr>
        <p:spPr>
          <a:xfrm>
            <a:off x="1218098" y="1504437"/>
            <a:ext cx="7034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E8BC1F0-2E87-D640-AD89-C629C1C922C4}"/>
              </a:ext>
            </a:extLst>
          </p:cNvPr>
          <p:cNvSpPr txBox="1"/>
          <p:nvPr/>
        </p:nvSpPr>
        <p:spPr>
          <a:xfrm>
            <a:off x="1218098" y="771496"/>
            <a:ext cx="1409040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40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CI/CD</a:t>
            </a: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E38B24D8-2DFA-6ECA-E3CD-A1812C2CD37B}"/>
              </a:ext>
            </a:extLst>
          </p:cNvPr>
          <p:cNvSpPr>
            <a:spLocks/>
          </p:cNvSpPr>
          <p:nvPr/>
        </p:nvSpPr>
        <p:spPr bwMode="auto">
          <a:xfrm>
            <a:off x="6964906" y="-3795"/>
            <a:ext cx="5268035" cy="2630478"/>
          </a:xfrm>
          <a:custGeom>
            <a:avLst/>
            <a:gdLst>
              <a:gd name="T0" fmla="*/ 0 w 7680"/>
              <a:gd name="T1" fmla="*/ 0 h 1850"/>
              <a:gd name="T2" fmla="*/ 2319 w 7680"/>
              <a:gd name="T3" fmla="*/ 713 h 1850"/>
              <a:gd name="T4" fmla="*/ 7680 w 7680"/>
              <a:gd name="T5" fmla="*/ 1850 h 1850"/>
              <a:gd name="T6" fmla="*/ 7680 w 7680"/>
              <a:gd name="T7" fmla="*/ 0 h 1850"/>
              <a:gd name="T8" fmla="*/ 0 w 7680"/>
              <a:gd name="T9" fmla="*/ 0 h 1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0" h="1850">
                <a:moveTo>
                  <a:pt x="0" y="0"/>
                </a:moveTo>
                <a:cubicBezTo>
                  <a:pt x="0" y="0"/>
                  <a:pt x="649" y="713"/>
                  <a:pt x="2319" y="713"/>
                </a:cubicBezTo>
                <a:cubicBezTo>
                  <a:pt x="5172" y="713"/>
                  <a:pt x="4900" y="1850"/>
                  <a:pt x="7680" y="1850"/>
                </a:cubicBezTo>
                <a:cubicBezTo>
                  <a:pt x="7680" y="0"/>
                  <a:pt x="7680" y="0"/>
                  <a:pt x="7680" y="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50000">
                <a:srgbClr val="C55A11">
                  <a:tint val="44500"/>
                  <a:satMod val="160000"/>
                </a:srgbClr>
              </a:gs>
              <a:gs pos="100000">
                <a:srgbClr val="EEA795"/>
              </a:gs>
            </a:gsLst>
            <a:lin ang="8100000" scaled="1"/>
            <a:tileRect/>
          </a:gra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E95573-7046-7A24-8877-142CEE65F513}"/>
              </a:ext>
            </a:extLst>
          </p:cNvPr>
          <p:cNvSpPr txBox="1"/>
          <p:nvPr/>
        </p:nvSpPr>
        <p:spPr>
          <a:xfrm>
            <a:off x="838200" y="1700594"/>
            <a:ext cx="85801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effectLst/>
                <a:latin typeface="Inter"/>
              </a:rPr>
              <a:t>Tools:</a:t>
            </a:r>
          </a:p>
          <a:p>
            <a:pPr marL="342900" indent="-342900" algn="just">
              <a:buAutoNum type="arabicPeriod"/>
            </a:pPr>
            <a:r>
              <a:rPr lang="en-US" dirty="0">
                <a:latin typeface="Inter"/>
              </a:rPr>
              <a:t>Jenkins</a:t>
            </a:r>
          </a:p>
          <a:p>
            <a:pPr marL="342900" indent="-342900" algn="just">
              <a:buAutoNum type="arabicPeriod"/>
            </a:pPr>
            <a:r>
              <a:rPr lang="en-US" b="0" i="0" dirty="0" err="1">
                <a:effectLst/>
                <a:latin typeface="Inter"/>
              </a:rPr>
              <a:t>CircleCI</a:t>
            </a:r>
            <a:endParaRPr lang="en-US" b="0" i="0" dirty="0">
              <a:effectLst/>
              <a:latin typeface="Inter"/>
            </a:endParaRPr>
          </a:p>
          <a:p>
            <a:pPr marL="342900" indent="-342900" algn="just">
              <a:buAutoNum type="arabicPeriod"/>
            </a:pPr>
            <a:r>
              <a:rPr lang="en-US" dirty="0">
                <a:latin typeface="Inter"/>
              </a:rPr>
              <a:t>TeamCity</a:t>
            </a:r>
          </a:p>
          <a:p>
            <a:pPr marL="342900" indent="-342900" algn="just">
              <a:buAutoNum type="arabicPeriod"/>
            </a:pPr>
            <a:r>
              <a:rPr lang="en-US" b="0" i="0" dirty="0">
                <a:effectLst/>
                <a:latin typeface="Inter"/>
              </a:rPr>
              <a:t>GitLab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highlight>
                  <a:srgbClr val="FFFF00"/>
                </a:highlight>
                <a:latin typeface="Inter"/>
              </a:rPr>
              <a:t>Github</a:t>
            </a:r>
            <a:r>
              <a:rPr lang="en-US" dirty="0">
                <a:highlight>
                  <a:srgbClr val="FFFF00"/>
                </a:highlight>
                <a:latin typeface="Inter"/>
              </a:rPr>
              <a:t> Actions</a:t>
            </a:r>
            <a:endParaRPr lang="en-US" b="0" i="0" dirty="0">
              <a:effectLst/>
              <a:highlight>
                <a:srgbClr val="FFFF00"/>
              </a:highlight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8700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1EF08-C137-AD33-65FC-13C5FC7F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20">
            <a:extLst>
              <a:ext uri="{FF2B5EF4-FFF2-40B4-BE49-F238E27FC236}">
                <a16:creationId xmlns:a16="http://schemas.microsoft.com/office/drawing/2014/main" id="{D68FB66D-5412-083D-7609-A6D94FDA2526}"/>
              </a:ext>
            </a:extLst>
          </p:cNvPr>
          <p:cNvSpPr/>
          <p:nvPr/>
        </p:nvSpPr>
        <p:spPr>
          <a:xfrm>
            <a:off x="749809" y="717377"/>
            <a:ext cx="265874" cy="265874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45C2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98BC20E-7737-D75F-C057-84CE21008274}"/>
              </a:ext>
            </a:extLst>
          </p:cNvPr>
          <p:cNvCxnSpPr>
            <a:cxnSpLocks/>
          </p:cNvCxnSpPr>
          <p:nvPr/>
        </p:nvCxnSpPr>
        <p:spPr>
          <a:xfrm>
            <a:off x="1218098" y="1504437"/>
            <a:ext cx="7034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17C0385-866D-E9CB-E8D8-0CF5A9D1EF1C}"/>
              </a:ext>
            </a:extLst>
          </p:cNvPr>
          <p:cNvSpPr txBox="1"/>
          <p:nvPr/>
        </p:nvSpPr>
        <p:spPr>
          <a:xfrm>
            <a:off x="1218098" y="771496"/>
            <a:ext cx="3064942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40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Code Linting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6B16C8-9A54-EA80-C83C-353B16904A23}"/>
              </a:ext>
            </a:extLst>
          </p:cNvPr>
          <p:cNvSpPr txBox="1"/>
          <p:nvPr/>
        </p:nvSpPr>
        <p:spPr>
          <a:xfrm>
            <a:off x="1131462" y="1621826"/>
            <a:ext cx="10042505" cy="3813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spcAft>
                <a:spcPts val="1500"/>
              </a:spcAft>
            </a:pPr>
            <a:r>
              <a:rPr lang="en-US" sz="1600" b="0" i="0" dirty="0">
                <a:effectLst/>
                <a:latin typeface="Google Sans"/>
              </a:rPr>
              <a:t>Code Linting </a:t>
            </a:r>
            <a:r>
              <a:rPr lang="en-US" sz="1600" b="0" i="0" dirty="0" err="1">
                <a:effectLst/>
                <a:latin typeface="Google Sans"/>
              </a:rPr>
              <a:t>adalah</a:t>
            </a:r>
            <a:r>
              <a:rPr lang="en-US" sz="1600" b="0" i="0" dirty="0">
                <a:effectLst/>
                <a:latin typeface="Google Sans"/>
              </a:rPr>
              <a:t> proses </a:t>
            </a:r>
            <a:r>
              <a:rPr lang="en-US" sz="1600" b="0" i="0" dirty="0" err="1">
                <a:effectLst/>
                <a:latin typeface="Google Sans"/>
              </a:rPr>
              <a:t>pemeriksaan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otomatis</a:t>
            </a:r>
            <a:r>
              <a:rPr lang="en-US" sz="1600" b="0" i="0" dirty="0">
                <a:effectLst/>
                <a:latin typeface="Google Sans"/>
              </a:rPr>
              <a:t> source code </a:t>
            </a:r>
            <a:r>
              <a:rPr lang="en-US" sz="1600" b="0" i="0" dirty="0" err="1">
                <a:effectLst/>
                <a:latin typeface="Google Sans"/>
              </a:rPr>
              <a:t>untuk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menemukan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kesalahan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pemrograman</a:t>
            </a:r>
            <a:r>
              <a:rPr lang="en-US" sz="1600" b="0" i="0" dirty="0">
                <a:effectLst/>
                <a:latin typeface="Google Sans"/>
              </a:rPr>
              <a:t> dan style</a:t>
            </a:r>
          </a:p>
          <a:p>
            <a:pPr algn="just" fontAlgn="ctr">
              <a:spcBef>
                <a:spcPts val="1500"/>
              </a:spcBef>
              <a:spcAft>
                <a:spcPts val="750"/>
              </a:spcAft>
            </a:pPr>
            <a:r>
              <a:rPr lang="en-US" sz="1600" b="0" i="0" dirty="0" err="1">
                <a:effectLst/>
                <a:latin typeface="Google Sans"/>
              </a:rPr>
              <a:t>Tujuan</a:t>
            </a:r>
            <a:r>
              <a:rPr lang="en-US" sz="1600" b="0" i="0" dirty="0">
                <a:effectLst/>
                <a:latin typeface="Google Sans"/>
              </a:rPr>
              <a:t> code linting:</a:t>
            </a:r>
            <a:endParaRPr lang="en-US" sz="1600" dirty="0">
              <a:latin typeface="Google Sans"/>
            </a:endParaRPr>
          </a:p>
          <a:p>
            <a:pPr marL="285750" indent="-285750" algn="just" fontAlgn="ctr"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  <a:latin typeface="Google Sans"/>
              </a:rPr>
              <a:t>Menemukan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kesalahan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sintaksis</a:t>
            </a:r>
            <a:endParaRPr lang="en-US" sz="1600" dirty="0">
              <a:latin typeface="Google Sans"/>
            </a:endParaRPr>
          </a:p>
          <a:p>
            <a:pPr marL="285750" indent="-285750" algn="just" fontAlgn="ctr"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  <a:latin typeface="Google Sans"/>
              </a:rPr>
              <a:t>Menemukan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kesalahan</a:t>
            </a:r>
            <a:r>
              <a:rPr lang="en-US" sz="1600" b="0" i="0" dirty="0">
                <a:effectLst/>
                <a:latin typeface="Google Sans"/>
              </a:rPr>
              <a:t> style</a:t>
            </a:r>
            <a:endParaRPr lang="en-US" sz="1600" dirty="0">
              <a:latin typeface="Google Sans"/>
            </a:endParaRPr>
          </a:p>
          <a:p>
            <a:pPr marL="285750" indent="-285750" algn="just" fontAlgn="ctr"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  <a:latin typeface="Google Sans"/>
              </a:rPr>
              <a:t>Menemukan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konstruksi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mencurigakan</a:t>
            </a:r>
            <a:endParaRPr lang="en-US" sz="1600" dirty="0">
              <a:latin typeface="Google Sans"/>
            </a:endParaRPr>
          </a:p>
          <a:p>
            <a:pPr marL="285750" indent="-285750" algn="just" fontAlgn="ctr"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  <a:latin typeface="Google Sans"/>
              </a:rPr>
              <a:t>Menemukan</a:t>
            </a:r>
            <a:r>
              <a:rPr lang="en-US" sz="1600" b="0" i="0" dirty="0">
                <a:effectLst/>
                <a:latin typeface="Google Sans"/>
              </a:rPr>
              <a:t> bug</a:t>
            </a:r>
          </a:p>
          <a:p>
            <a:pPr marL="285750" indent="-285750" algn="just" fontAlgn="ctr"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  <a:latin typeface="Google Sans"/>
              </a:rPr>
              <a:t>Memastikan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kode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dapat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dibaca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manusia</a:t>
            </a:r>
            <a:endParaRPr lang="en-US" sz="1600" dirty="0">
              <a:latin typeface="Google Sans"/>
            </a:endParaRPr>
          </a:p>
          <a:p>
            <a:pPr marL="285750" indent="-285750" algn="just" fontAlgn="ctr"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  <a:latin typeface="Google Sans"/>
              </a:rPr>
              <a:t>Memastikan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kode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mematuhi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praktik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terbaik</a:t>
            </a:r>
            <a:endParaRPr lang="en-US" sz="1600" b="0" i="0" dirty="0">
              <a:effectLst/>
              <a:latin typeface="Google Sans"/>
            </a:endParaRPr>
          </a:p>
          <a:p>
            <a:pPr algn="just">
              <a:spcBef>
                <a:spcPts val="750"/>
              </a:spcBef>
              <a:spcAft>
                <a:spcPts val="1500"/>
              </a:spcAft>
            </a:pPr>
            <a:r>
              <a:rPr lang="en-US" sz="1600" b="0" i="0" dirty="0" err="1">
                <a:effectLst/>
                <a:latin typeface="Google Sans"/>
              </a:rPr>
              <a:t>Manfaat</a:t>
            </a:r>
            <a:r>
              <a:rPr lang="en-US" sz="1600" b="0" i="0" dirty="0">
                <a:effectLst/>
                <a:latin typeface="Google Sans"/>
              </a:rPr>
              <a:t> code linting </a:t>
            </a:r>
            <a:r>
              <a:rPr lang="en-US" sz="1600" b="0" i="0" dirty="0" err="1">
                <a:effectLst/>
                <a:latin typeface="Google Sans"/>
              </a:rPr>
              <a:t>yaitu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Meningkatkan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kualitas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kode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sumber</a:t>
            </a:r>
            <a:r>
              <a:rPr lang="en-US" sz="1600" b="0" i="0" dirty="0">
                <a:effectLst/>
                <a:latin typeface="Google Sans"/>
              </a:rPr>
              <a:t>, </a:t>
            </a:r>
            <a:r>
              <a:rPr lang="en-US" sz="1600" b="0" i="0" dirty="0" err="1">
                <a:effectLst/>
                <a:latin typeface="Google Sans"/>
              </a:rPr>
              <a:t>Memastikan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konsistensi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gaya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pengodean</a:t>
            </a:r>
            <a:r>
              <a:rPr lang="en-US" sz="1600" b="0" i="0" dirty="0">
                <a:effectLst/>
                <a:latin typeface="Google Sans"/>
              </a:rPr>
              <a:t>, </a:t>
            </a:r>
            <a:r>
              <a:rPr lang="en-US" sz="1600" b="0" i="0" dirty="0" err="1">
                <a:effectLst/>
                <a:latin typeface="Google Sans"/>
              </a:rPr>
              <a:t>Memudahkan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membaca</a:t>
            </a:r>
            <a:r>
              <a:rPr lang="en-US" sz="1600" b="0" i="0" dirty="0">
                <a:effectLst/>
                <a:latin typeface="Google Sans"/>
              </a:rPr>
              <a:t> dan </a:t>
            </a:r>
            <a:r>
              <a:rPr lang="en-US" sz="1600" b="0" i="0" dirty="0" err="1">
                <a:effectLst/>
                <a:latin typeface="Google Sans"/>
              </a:rPr>
              <a:t>memahami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kode</a:t>
            </a:r>
            <a:r>
              <a:rPr lang="en-US" sz="1600" b="0" i="0" dirty="0">
                <a:effectLst/>
                <a:latin typeface="Google Sans"/>
              </a:rPr>
              <a:t>, </a:t>
            </a:r>
            <a:r>
              <a:rPr lang="en-US" sz="1600" b="0" i="0" dirty="0" err="1">
                <a:effectLst/>
                <a:latin typeface="Google Sans"/>
              </a:rPr>
              <a:t>Menemukan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kesalahan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umum</a:t>
            </a:r>
            <a:r>
              <a:rPr lang="en-US" sz="1600" b="0" i="0" dirty="0">
                <a:effectLst/>
                <a:latin typeface="Google Sans"/>
              </a:rPr>
              <a:t> yang </a:t>
            </a:r>
            <a:r>
              <a:rPr lang="en-US" sz="1600" b="0" i="0" dirty="0" err="1">
                <a:effectLst/>
                <a:latin typeface="Google Sans"/>
              </a:rPr>
              <a:t>mungkin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tidak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diperhatikan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selama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peninjauan</a:t>
            </a:r>
            <a:r>
              <a:rPr lang="en-US" sz="1600" b="0" i="0" dirty="0">
                <a:effectLst/>
                <a:latin typeface="Google Sans"/>
              </a:rPr>
              <a:t> </a:t>
            </a:r>
            <a:r>
              <a:rPr lang="en-US" sz="1600" b="0" i="0" dirty="0" err="1">
                <a:effectLst/>
                <a:latin typeface="Google Sans"/>
              </a:rPr>
              <a:t>kode</a:t>
            </a:r>
            <a:r>
              <a:rPr lang="en-US" sz="1600" b="0" i="0" dirty="0">
                <a:effectLst/>
                <a:latin typeface="Google Sans"/>
              </a:rPr>
              <a:t> manual. </a:t>
            </a:r>
          </a:p>
          <a:p>
            <a:pPr algn="just"/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9505424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1F74E-CC06-8E0E-F03C-DDC2748E1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20">
            <a:extLst>
              <a:ext uri="{FF2B5EF4-FFF2-40B4-BE49-F238E27FC236}">
                <a16:creationId xmlns:a16="http://schemas.microsoft.com/office/drawing/2014/main" id="{C2EF8479-4BD6-C07A-8A06-728AF8E0BFC0}"/>
              </a:ext>
            </a:extLst>
          </p:cNvPr>
          <p:cNvSpPr/>
          <p:nvPr/>
        </p:nvSpPr>
        <p:spPr>
          <a:xfrm>
            <a:off x="749809" y="717377"/>
            <a:ext cx="265874" cy="265874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45C2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B786782-B377-5154-5CD3-D4A07E98464B}"/>
              </a:ext>
            </a:extLst>
          </p:cNvPr>
          <p:cNvCxnSpPr>
            <a:cxnSpLocks/>
          </p:cNvCxnSpPr>
          <p:nvPr/>
        </p:nvCxnSpPr>
        <p:spPr>
          <a:xfrm>
            <a:off x="1218098" y="1504437"/>
            <a:ext cx="7034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3DF80DF-8DFD-1CF7-4314-BF4DF48A0772}"/>
              </a:ext>
            </a:extLst>
          </p:cNvPr>
          <p:cNvSpPr txBox="1"/>
          <p:nvPr/>
        </p:nvSpPr>
        <p:spPr>
          <a:xfrm>
            <a:off x="1218098" y="771496"/>
            <a:ext cx="3064942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40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Code Linting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26671B-2D48-9C6B-F9D0-82D49F754D72}"/>
              </a:ext>
            </a:extLst>
          </p:cNvPr>
          <p:cNvSpPr txBox="1"/>
          <p:nvPr/>
        </p:nvSpPr>
        <p:spPr>
          <a:xfrm>
            <a:off x="1131462" y="1621826"/>
            <a:ext cx="100425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500" dirty="0"/>
              <a:t>Format (.</a:t>
            </a:r>
            <a:r>
              <a:rPr lang="en-US" sz="1500" dirty="0" err="1"/>
              <a:t>yml</a:t>
            </a:r>
            <a:r>
              <a:rPr lang="en-US" sz="1500" dirty="0"/>
              <a:t>):</a:t>
            </a:r>
          </a:p>
          <a:p>
            <a:pPr algn="just"/>
            <a:endParaRPr lang="en-US" sz="15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F6740D-97B5-2CBC-B6CD-4D682A50B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250995"/>
              </p:ext>
            </p:extLst>
          </p:nvPr>
        </p:nvGraphicFramePr>
        <p:xfrm>
          <a:off x="1218098" y="2034762"/>
          <a:ext cx="9489526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9526">
                  <a:extLst>
                    <a:ext uri="{9D8B030D-6E8A-4147-A177-3AD203B41FA5}">
                      <a16:colId xmlns:a16="http://schemas.microsoft.com/office/drawing/2014/main" val="2395248313"/>
                    </a:ext>
                  </a:extLst>
                </a:gridCol>
              </a:tblGrid>
              <a:tr h="43751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name: [nama proses]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on: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push: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branches: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- [nama branch]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pull_request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jobs: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lint: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runs-on: [OS]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steps: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- name: [nama action]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uses: [nama tools]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072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6951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8C401-1028-88E1-69E1-7033EC6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20">
            <a:extLst>
              <a:ext uri="{FF2B5EF4-FFF2-40B4-BE49-F238E27FC236}">
                <a16:creationId xmlns:a16="http://schemas.microsoft.com/office/drawing/2014/main" id="{0CCB395D-4B97-0B23-77F2-5C765DEE4D40}"/>
              </a:ext>
            </a:extLst>
          </p:cNvPr>
          <p:cNvSpPr/>
          <p:nvPr/>
        </p:nvSpPr>
        <p:spPr>
          <a:xfrm>
            <a:off x="749809" y="717377"/>
            <a:ext cx="265874" cy="265874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45C2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9A59FE2-4B50-3AE2-A2E3-BF6086E584A4}"/>
              </a:ext>
            </a:extLst>
          </p:cNvPr>
          <p:cNvCxnSpPr>
            <a:cxnSpLocks/>
          </p:cNvCxnSpPr>
          <p:nvPr/>
        </p:nvCxnSpPr>
        <p:spPr>
          <a:xfrm>
            <a:off x="1218098" y="1504437"/>
            <a:ext cx="7034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505421E-7D01-7482-0CA0-8CDC13752655}"/>
              </a:ext>
            </a:extLst>
          </p:cNvPr>
          <p:cNvSpPr txBox="1"/>
          <p:nvPr/>
        </p:nvSpPr>
        <p:spPr>
          <a:xfrm>
            <a:off x="1218098" y="396441"/>
            <a:ext cx="4985339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6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Latihan Code Linting </a:t>
            </a:r>
          </a:p>
          <a:p>
            <a:r>
              <a:rPr lang="en-US" sz="3600" b="1" dirty="0" err="1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dengan</a:t>
            </a:r>
            <a:r>
              <a:rPr lang="en-US" sz="36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 </a:t>
            </a:r>
            <a:r>
              <a:rPr lang="en-US" sz="3600" b="1" dirty="0" err="1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Github</a:t>
            </a:r>
            <a:r>
              <a:rPr lang="en-US" sz="36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 Actions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FF08F-15F1-005C-EBB6-80F102624441}"/>
              </a:ext>
            </a:extLst>
          </p:cNvPr>
          <p:cNvSpPr txBox="1"/>
          <p:nvPr/>
        </p:nvSpPr>
        <p:spPr>
          <a:xfrm>
            <a:off x="838200" y="1700594"/>
            <a:ext cx="103174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Case: File latihan.html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/>
              <a:t>Pada repository Latihan, </a:t>
            </a:r>
            <a:r>
              <a:rPr lang="en-US" dirty="0" err="1"/>
              <a:t>buatlah</a:t>
            </a:r>
            <a:r>
              <a:rPr lang="en-US" dirty="0"/>
              <a:t> file </a:t>
            </a:r>
            <a:r>
              <a:rPr lang="en-US" dirty="0" err="1"/>
              <a:t>baru</a:t>
            </a:r>
            <a:endParaRPr lang="en-US" dirty="0"/>
          </a:p>
          <a:p>
            <a:pPr marL="342900" indent="-342900" algn="l">
              <a:buFont typeface="+mj-lt"/>
              <a:buAutoNum type="arabicPeriod"/>
            </a:pPr>
            <a:endParaRPr lang="en-US" dirty="0"/>
          </a:p>
          <a:p>
            <a:pPr marL="342900" indent="-342900" algn="l">
              <a:buFont typeface="+mj-lt"/>
              <a:buAutoNum type="arabicPeriod"/>
            </a:pPr>
            <a:endParaRPr lang="en-US" dirty="0"/>
          </a:p>
          <a:p>
            <a:pPr marL="342900" indent="-342900" algn="l">
              <a:buFont typeface="+mj-lt"/>
              <a:buAutoNum type="arabicPeriod"/>
            </a:pPr>
            <a:endParaRPr lang="en-US" dirty="0"/>
          </a:p>
          <a:p>
            <a:pPr marL="342900" indent="-342900" algn="l">
              <a:buFont typeface="+mj-lt"/>
              <a:buAutoNum type="arabicPeriod"/>
            </a:pPr>
            <a:endParaRPr lang="en-US" dirty="0"/>
          </a:p>
          <a:p>
            <a:pPr marL="342900" indent="-342900" algn="l">
              <a:buFont typeface="+mj-lt"/>
              <a:buAutoNum type="arabicPeriod"/>
            </a:pPr>
            <a:endParaRPr lang="en-US" dirty="0"/>
          </a:p>
          <a:p>
            <a:pPr marL="342900" indent="-342900" algn="l">
              <a:buFont typeface="+mj-lt"/>
              <a:buAutoNum type="arabicPeriod"/>
            </a:pPr>
            <a:endParaRPr lang="en-US" dirty="0"/>
          </a:p>
          <a:p>
            <a:pPr marL="342900" indent="-342900" algn="l">
              <a:buFont typeface="+mj-lt"/>
              <a:buAutoNum type="arabicPeriod"/>
            </a:pPr>
            <a:endParaRPr lang="en-US" dirty="0"/>
          </a:p>
          <a:p>
            <a:pPr marL="342900" indent="-342900" algn="l">
              <a:buFont typeface="+mj-lt"/>
              <a:buAutoNum type="arabicPeriod"/>
            </a:pPr>
            <a:r>
              <a:rPr lang="en-US" dirty="0" err="1"/>
              <a:t>Tambahkan</a:t>
            </a:r>
            <a:r>
              <a:rPr lang="en-US" dirty="0"/>
              <a:t> file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nama </a:t>
            </a:r>
            <a:r>
              <a:rPr lang="en-US" b="1" dirty="0"/>
              <a:t>.</a:t>
            </a:r>
            <a:r>
              <a:rPr lang="en-US" b="1" dirty="0" err="1"/>
              <a:t>github</a:t>
            </a:r>
            <a:r>
              <a:rPr lang="en-US" b="1" dirty="0"/>
              <a:t>/workflows/html-lint-</a:t>
            </a:r>
            <a:r>
              <a:rPr lang="en-US" b="1" dirty="0" err="1"/>
              <a:t>windows.yml</a:t>
            </a:r>
            <a:endParaRPr lang="en-US" b="1" dirty="0"/>
          </a:p>
          <a:p>
            <a:pPr algn="l"/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CFD77-F9CA-CA7D-6A98-D0FF11D0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7" y="2388129"/>
            <a:ext cx="3605073" cy="14142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9B222E-DDEB-9C11-FCC9-F945E7386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46" y="4635965"/>
            <a:ext cx="7135221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56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91DA8-C61B-658C-98FC-F19FDF011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20">
            <a:extLst>
              <a:ext uri="{FF2B5EF4-FFF2-40B4-BE49-F238E27FC236}">
                <a16:creationId xmlns:a16="http://schemas.microsoft.com/office/drawing/2014/main" id="{F14C35B6-D5BA-B458-817C-7713C0664E48}"/>
              </a:ext>
            </a:extLst>
          </p:cNvPr>
          <p:cNvSpPr/>
          <p:nvPr/>
        </p:nvSpPr>
        <p:spPr>
          <a:xfrm>
            <a:off x="749809" y="717377"/>
            <a:ext cx="265874" cy="265874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45C2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167A1DD-A34C-C337-B746-071362C72247}"/>
              </a:ext>
            </a:extLst>
          </p:cNvPr>
          <p:cNvCxnSpPr>
            <a:cxnSpLocks/>
          </p:cNvCxnSpPr>
          <p:nvPr/>
        </p:nvCxnSpPr>
        <p:spPr>
          <a:xfrm>
            <a:off x="1218098" y="1504437"/>
            <a:ext cx="7034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7777985-D1BB-7FF2-152F-6C2D866EDF08}"/>
              </a:ext>
            </a:extLst>
          </p:cNvPr>
          <p:cNvSpPr txBox="1"/>
          <p:nvPr/>
        </p:nvSpPr>
        <p:spPr>
          <a:xfrm>
            <a:off x="1218098" y="396441"/>
            <a:ext cx="4985339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6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Latihan Code Linting </a:t>
            </a:r>
          </a:p>
          <a:p>
            <a:r>
              <a:rPr lang="en-US" sz="3600" b="1" dirty="0" err="1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dengan</a:t>
            </a:r>
            <a:r>
              <a:rPr lang="en-US" sz="36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 </a:t>
            </a:r>
            <a:r>
              <a:rPr lang="en-US" sz="3600" b="1" dirty="0" err="1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Github</a:t>
            </a:r>
            <a:r>
              <a:rPr lang="en-US" sz="36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 Actions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76055D-054D-9B51-5C5B-BE0C232CB87F}"/>
              </a:ext>
            </a:extLst>
          </p:cNvPr>
          <p:cNvSpPr txBox="1"/>
          <p:nvPr/>
        </p:nvSpPr>
        <p:spPr>
          <a:xfrm>
            <a:off x="838200" y="1700594"/>
            <a:ext cx="103174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Case: File latihan.html</a:t>
            </a:r>
          </a:p>
          <a:p>
            <a:pPr algn="l"/>
            <a:r>
              <a:rPr lang="en-US" dirty="0"/>
              <a:t>3. Pada file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isikan</a:t>
            </a:r>
            <a:r>
              <a:rPr lang="en-US" dirty="0"/>
              <a:t> format: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4. </a:t>
            </a:r>
            <a:r>
              <a:rPr lang="en-US" dirty="0" err="1"/>
              <a:t>Klik</a:t>
            </a:r>
            <a:r>
              <a:rPr lang="en-US" dirty="0"/>
              <a:t> Commit Changes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C7D26E-6C69-BCBD-D2C2-CF7B41DCC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516136"/>
              </p:ext>
            </p:extLst>
          </p:nvPr>
        </p:nvGraphicFramePr>
        <p:xfrm>
          <a:off x="882746" y="2438738"/>
          <a:ext cx="3698398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398">
                  <a:extLst>
                    <a:ext uri="{9D8B030D-6E8A-4147-A177-3AD203B41FA5}">
                      <a16:colId xmlns:a16="http://schemas.microsoft.com/office/drawing/2014/main" val="216702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name: Cek Kode HTML (Windows)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on: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push: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branches: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- main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pull_request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jobs: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lint: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runs-on: windows-latest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steps: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- name: Checkout Repository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  uses: actions/checkout@v4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- name: Install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HTMLHint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  run: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npm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install -g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htmlhint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- name: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Periksa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HTML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  run: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htmlhint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"**/*.html"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5427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8F0A72-A140-7186-734C-157255763107}"/>
              </a:ext>
            </a:extLst>
          </p:cNvPr>
          <p:cNvSpPr txBox="1"/>
          <p:nvPr/>
        </p:nvSpPr>
        <p:spPr>
          <a:xfrm>
            <a:off x="4786884" y="2438738"/>
            <a:ext cx="61630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/>
              <a:t>Cara </a:t>
            </a:r>
            <a:r>
              <a:rPr lang="en-US" sz="1200" dirty="0" err="1"/>
              <a:t>Kerja</a:t>
            </a:r>
            <a:r>
              <a:rPr lang="en-US" sz="1200" dirty="0"/>
              <a:t> Workflow:</a:t>
            </a:r>
          </a:p>
          <a:p>
            <a:pPr algn="l"/>
            <a:r>
              <a:rPr lang="en-US" sz="1200" dirty="0"/>
              <a:t>1. </a:t>
            </a:r>
            <a:r>
              <a:rPr lang="en-US" sz="1200" dirty="0" err="1"/>
              <a:t>Mengambil</a:t>
            </a:r>
            <a:r>
              <a:rPr lang="en-US" sz="1200" dirty="0"/>
              <a:t> </a:t>
            </a:r>
            <a:r>
              <a:rPr lang="en-US" sz="1200" dirty="0" err="1"/>
              <a:t>kode</a:t>
            </a:r>
            <a:r>
              <a:rPr lang="en-US" sz="1200" dirty="0"/>
              <a:t> </a:t>
            </a:r>
            <a:r>
              <a:rPr lang="en-US" sz="1200" dirty="0" err="1"/>
              <a:t>terbaru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repo (checkout)</a:t>
            </a:r>
          </a:p>
          <a:p>
            <a:pPr algn="l"/>
            <a:r>
              <a:rPr lang="en-US" sz="1200" dirty="0"/>
              <a:t>2. </a:t>
            </a:r>
            <a:r>
              <a:rPr lang="en-US" sz="1200" dirty="0" err="1"/>
              <a:t>Menginstal</a:t>
            </a:r>
            <a:r>
              <a:rPr lang="en-US" sz="1200" dirty="0"/>
              <a:t> </a:t>
            </a:r>
            <a:r>
              <a:rPr lang="en-US" sz="1200" dirty="0" err="1"/>
              <a:t>HTMLHint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validasi</a:t>
            </a:r>
            <a:r>
              <a:rPr lang="en-US" sz="1200" dirty="0"/>
              <a:t> HTML</a:t>
            </a:r>
          </a:p>
          <a:p>
            <a:pPr algn="l"/>
            <a:r>
              <a:rPr lang="en-US" sz="1200" dirty="0"/>
              <a:t>3. </a:t>
            </a:r>
            <a:r>
              <a:rPr lang="en-US" sz="1200" dirty="0" err="1"/>
              <a:t>Menjalankan</a:t>
            </a:r>
            <a:r>
              <a:rPr lang="en-US" sz="1200" dirty="0"/>
              <a:t> </a:t>
            </a:r>
            <a:r>
              <a:rPr lang="en-US" sz="1200" dirty="0" err="1"/>
              <a:t>htmlhint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memeriksa</a:t>
            </a:r>
            <a:r>
              <a:rPr lang="en-US" sz="1200" dirty="0"/>
              <a:t> </a:t>
            </a:r>
            <a:r>
              <a:rPr lang="en-US" sz="1200" dirty="0" err="1"/>
              <a:t>semua</a:t>
            </a:r>
            <a:r>
              <a:rPr lang="en-US" sz="1200" dirty="0"/>
              <a:t> file .html di repo</a:t>
            </a:r>
          </a:p>
          <a:p>
            <a:pPr algn="l"/>
            <a:endParaRPr lang="en-US" sz="1200" dirty="0"/>
          </a:p>
          <a:p>
            <a:pPr algn="l"/>
            <a:r>
              <a:rPr lang="en-US" sz="1200" dirty="0"/>
              <a:t>Hasil yang </a:t>
            </a:r>
            <a:r>
              <a:rPr lang="en-US" sz="1200" dirty="0" err="1"/>
              <a:t>didapat</a:t>
            </a:r>
            <a:r>
              <a:rPr lang="en-US" sz="1200" dirty="0"/>
              <a:t>:</a:t>
            </a:r>
          </a:p>
          <a:p>
            <a:pPr algn="l"/>
            <a:r>
              <a:rPr lang="en-US" sz="1200" dirty="0"/>
              <a:t>1. Jika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kesalahan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kode</a:t>
            </a:r>
            <a:r>
              <a:rPr lang="en-US" sz="1200" dirty="0"/>
              <a:t> HTML, GitHub Actions </a:t>
            </a:r>
            <a:r>
              <a:rPr lang="en-US" sz="1200" dirty="0" err="1"/>
              <a:t>akan</a:t>
            </a:r>
            <a:r>
              <a:rPr lang="en-US" sz="1200" dirty="0"/>
              <a:t> </a:t>
            </a:r>
            <a:r>
              <a:rPr lang="en-US" sz="1200" dirty="0" err="1"/>
              <a:t>menampilkan</a:t>
            </a:r>
            <a:r>
              <a:rPr lang="en-US" sz="1200" dirty="0"/>
              <a:t> error di logs</a:t>
            </a:r>
          </a:p>
          <a:p>
            <a:pPr algn="l"/>
            <a:r>
              <a:rPr lang="en-US" sz="1200" dirty="0"/>
              <a:t>2. Jika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 error, workflow </a:t>
            </a:r>
            <a:r>
              <a:rPr lang="en-US" sz="1200" dirty="0" err="1"/>
              <a:t>akan</a:t>
            </a:r>
            <a:r>
              <a:rPr lang="en-US" sz="1200" dirty="0"/>
              <a:t> </a:t>
            </a:r>
            <a:r>
              <a:rPr lang="en-US" sz="1200" dirty="0" err="1"/>
              <a:t>berhasil</a:t>
            </a:r>
            <a:r>
              <a:rPr lang="en-US" sz="1200" dirty="0"/>
              <a:t> </a:t>
            </a:r>
            <a:r>
              <a:rPr lang="en-US" sz="1200" dirty="0" err="1"/>
              <a:t>tanpa</a:t>
            </a:r>
            <a:r>
              <a:rPr lang="en-US" sz="1200" dirty="0"/>
              <a:t> </a:t>
            </a:r>
            <a:r>
              <a:rPr lang="en-US" sz="1200" dirty="0" err="1"/>
              <a:t>masalah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85812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D1210-E2E8-967E-DC2C-692930ACF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20">
            <a:extLst>
              <a:ext uri="{FF2B5EF4-FFF2-40B4-BE49-F238E27FC236}">
                <a16:creationId xmlns:a16="http://schemas.microsoft.com/office/drawing/2014/main" id="{6AAC01D8-0454-6DF0-707C-4265825E6B0A}"/>
              </a:ext>
            </a:extLst>
          </p:cNvPr>
          <p:cNvSpPr/>
          <p:nvPr/>
        </p:nvSpPr>
        <p:spPr>
          <a:xfrm>
            <a:off x="749809" y="717377"/>
            <a:ext cx="265874" cy="265874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45C2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3D6565A-D0C5-63A8-0805-10C764091803}"/>
              </a:ext>
            </a:extLst>
          </p:cNvPr>
          <p:cNvCxnSpPr>
            <a:cxnSpLocks/>
          </p:cNvCxnSpPr>
          <p:nvPr/>
        </p:nvCxnSpPr>
        <p:spPr>
          <a:xfrm>
            <a:off x="1218098" y="1504437"/>
            <a:ext cx="7034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F0CB70C-578D-4A2D-DCDD-A4E5CD9D27FE}"/>
              </a:ext>
            </a:extLst>
          </p:cNvPr>
          <p:cNvSpPr txBox="1"/>
          <p:nvPr/>
        </p:nvSpPr>
        <p:spPr>
          <a:xfrm>
            <a:off x="1218098" y="396441"/>
            <a:ext cx="4985339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6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Latihan Code Linting </a:t>
            </a:r>
          </a:p>
          <a:p>
            <a:r>
              <a:rPr lang="en-US" sz="3600" b="1" dirty="0" err="1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dengan</a:t>
            </a:r>
            <a:r>
              <a:rPr lang="en-US" sz="36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 </a:t>
            </a:r>
            <a:r>
              <a:rPr lang="en-US" sz="3600" b="1" dirty="0" err="1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Github</a:t>
            </a:r>
            <a:r>
              <a:rPr lang="en-US" sz="36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 Actions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D7E9F-4D1F-06E0-5377-EA61326C5114}"/>
              </a:ext>
            </a:extLst>
          </p:cNvPr>
          <p:cNvSpPr txBox="1"/>
          <p:nvPr/>
        </p:nvSpPr>
        <p:spPr>
          <a:xfrm>
            <a:off x="838200" y="1700594"/>
            <a:ext cx="103174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Case: File latihan.html</a:t>
            </a:r>
          </a:p>
          <a:p>
            <a:pPr algn="l"/>
            <a:r>
              <a:rPr lang="en-US" dirty="0"/>
              <a:t>5. Buka repository Latihan pada local Anda,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b="1" dirty="0"/>
              <a:t>git pull</a:t>
            </a:r>
          </a:p>
          <a:p>
            <a:pPr algn="l"/>
            <a:r>
              <a:rPr lang="en-US" dirty="0"/>
              <a:t>6. Coba </a:t>
            </a:r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sourcecode</a:t>
            </a:r>
            <a:r>
              <a:rPr lang="en-US" dirty="0"/>
              <a:t> pada line </a:t>
            </a:r>
            <a:r>
              <a:rPr lang="en-US" dirty="0" err="1"/>
              <a:t>baru</a:t>
            </a:r>
            <a:r>
              <a:rPr lang="en-US" dirty="0"/>
              <a:t>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lakukan</a:t>
            </a:r>
            <a:r>
              <a:rPr lang="en-US" dirty="0"/>
              <a:t> push</a:t>
            </a:r>
          </a:p>
          <a:p>
            <a:pPr algn="l"/>
            <a:r>
              <a:rPr lang="en-US" dirty="0"/>
              <a:t>7. Cek </a:t>
            </a:r>
            <a:r>
              <a:rPr lang="en-US" dirty="0" err="1"/>
              <a:t>respon</a:t>
            </a:r>
            <a:r>
              <a:rPr lang="en-US" dirty="0"/>
              <a:t> pada repository </a:t>
            </a:r>
            <a:r>
              <a:rPr lang="en-US" dirty="0" err="1"/>
              <a:t>Github</a:t>
            </a:r>
            <a:r>
              <a:rPr lang="en-US" dirty="0"/>
              <a:t> Anda</a:t>
            </a:r>
          </a:p>
          <a:p>
            <a:pPr algn="l"/>
            <a:endParaRPr lang="en-US" dirty="0"/>
          </a:p>
          <a:p>
            <a:pPr algn="l"/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respon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 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761A0B-6B4B-07CF-EF7D-02A838EE9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547456"/>
            <a:ext cx="5257800" cy="1091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09F051-8414-0F3C-B223-3B898DB1B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3490635"/>
            <a:ext cx="5781359" cy="272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37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C7E06-846B-9E20-318D-5232C971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20">
            <a:extLst>
              <a:ext uri="{FF2B5EF4-FFF2-40B4-BE49-F238E27FC236}">
                <a16:creationId xmlns:a16="http://schemas.microsoft.com/office/drawing/2014/main" id="{4C3CA487-A817-56AD-3275-19562154581C}"/>
              </a:ext>
            </a:extLst>
          </p:cNvPr>
          <p:cNvSpPr/>
          <p:nvPr/>
        </p:nvSpPr>
        <p:spPr>
          <a:xfrm>
            <a:off x="749809" y="717377"/>
            <a:ext cx="265874" cy="265874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45C2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A539522-6427-C643-4C69-07B819F11B7A}"/>
              </a:ext>
            </a:extLst>
          </p:cNvPr>
          <p:cNvCxnSpPr>
            <a:cxnSpLocks/>
          </p:cNvCxnSpPr>
          <p:nvPr/>
        </p:nvCxnSpPr>
        <p:spPr>
          <a:xfrm>
            <a:off x="1218098" y="1504437"/>
            <a:ext cx="7034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5865925-1A48-2AC7-1B32-40BB7E43A254}"/>
              </a:ext>
            </a:extLst>
          </p:cNvPr>
          <p:cNvSpPr txBox="1"/>
          <p:nvPr/>
        </p:nvSpPr>
        <p:spPr>
          <a:xfrm>
            <a:off x="1218098" y="396441"/>
            <a:ext cx="7298280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600" b="1" dirty="0" err="1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Tugas</a:t>
            </a:r>
            <a:r>
              <a:rPr lang="en-US" sz="36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:</a:t>
            </a:r>
          </a:p>
          <a:p>
            <a:r>
              <a:rPr lang="en-US" sz="3600" b="1" dirty="0" err="1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Automasi</a:t>
            </a:r>
            <a:r>
              <a:rPr lang="en-US" sz="36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 Testing </a:t>
            </a:r>
            <a:r>
              <a:rPr lang="en-US" sz="3600" b="1" dirty="0" err="1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Sebelum</a:t>
            </a:r>
            <a:r>
              <a:rPr lang="en-US" sz="3600" b="1" dirty="0">
                <a:gradFill>
                  <a:gsLst>
                    <a:gs pos="100000">
                      <a:schemeClr val="accent4">
                        <a:lumMod val="60000"/>
                        <a:lumOff val="40000"/>
                      </a:schemeClr>
                    </a:gs>
                    <a:gs pos="73000">
                      <a:schemeClr val="accent2">
                        <a:lumMod val="60000"/>
                        <a:lumOff val="40000"/>
                      </a:schemeClr>
                    </a:gs>
                    <a:gs pos="42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lt"/>
              </a:rPr>
              <a:t> Merge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AC5A00-B229-2335-DADD-1688DAF07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663336"/>
              </p:ext>
            </p:extLst>
          </p:nvPr>
        </p:nvGraphicFramePr>
        <p:xfrm>
          <a:off x="1015683" y="2466199"/>
          <a:ext cx="369839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398">
                  <a:extLst>
                    <a:ext uri="{9D8B030D-6E8A-4147-A177-3AD203B41FA5}">
                      <a16:colId xmlns:a16="http://schemas.microsoft.com/office/drawing/2014/main" val="216702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name: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Automasi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Testing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Sebelum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Merge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on: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pull_request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branches: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- main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jobs: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test: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runs-on: windows-latest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steps: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- name: Checkout Repository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  uses: actions/checkout@v4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- name: Install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HTMLHint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&amp;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Stylelint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  run: |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   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npm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install -g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htmlhint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stylelint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- name: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Periksa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HTML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  run: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htmlhint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"**/*.html"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- name: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Periksa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CSS</a:t>
                      </a:r>
                    </a:p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  run: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stylelint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"**/*.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css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5427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7BF3644-379A-60DF-C9C3-BC4F4118CFB4}"/>
              </a:ext>
            </a:extLst>
          </p:cNvPr>
          <p:cNvSpPr txBox="1"/>
          <p:nvPr/>
        </p:nvSpPr>
        <p:spPr>
          <a:xfrm>
            <a:off x="1015683" y="1662153"/>
            <a:ext cx="8000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Pada </a:t>
            </a:r>
            <a:r>
              <a:rPr lang="en-US" b="1" dirty="0"/>
              <a:t>.</a:t>
            </a:r>
            <a:r>
              <a:rPr lang="en-US" b="1" dirty="0" err="1"/>
              <a:t>github</a:t>
            </a:r>
            <a:r>
              <a:rPr lang="en-US" b="1" dirty="0"/>
              <a:t>/workflows, </a:t>
            </a:r>
            <a:r>
              <a:rPr lang="en-US" dirty="0" err="1"/>
              <a:t>buatlah</a:t>
            </a:r>
            <a:r>
              <a:rPr lang="en-US" dirty="0"/>
              <a:t> file </a:t>
            </a:r>
            <a:r>
              <a:rPr lang="en-US" dirty="0" err="1"/>
              <a:t>dengan</a:t>
            </a:r>
            <a:r>
              <a:rPr lang="en-US" dirty="0"/>
              <a:t> nama </a:t>
            </a:r>
            <a:r>
              <a:rPr lang="en-US" b="1" dirty="0"/>
              <a:t>test-before-</a:t>
            </a:r>
            <a:r>
              <a:rPr lang="en-US" b="1" dirty="0" err="1"/>
              <a:t>merge.yml</a:t>
            </a:r>
            <a:endParaRPr lang="en-US" b="1" dirty="0"/>
          </a:p>
          <a:p>
            <a:pPr marL="342900" indent="-342900">
              <a:buAutoNum type="arabicPeriod"/>
            </a:pP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isian</a:t>
            </a:r>
            <a:r>
              <a:rPr lang="en-US" dirty="0"/>
              <a:t> 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1ACF8-914A-8709-2C89-6324B9C9CB87}"/>
              </a:ext>
            </a:extLst>
          </p:cNvPr>
          <p:cNvSpPr txBox="1"/>
          <p:nvPr/>
        </p:nvSpPr>
        <p:spPr>
          <a:xfrm>
            <a:off x="4867238" y="2551837"/>
            <a:ext cx="61630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/>
              <a:t>Cara </a:t>
            </a:r>
            <a:r>
              <a:rPr lang="en-US" sz="1200" dirty="0" err="1"/>
              <a:t>Kerja</a:t>
            </a:r>
            <a:r>
              <a:rPr lang="en-US" sz="1200" dirty="0"/>
              <a:t> Workflow:</a:t>
            </a:r>
          </a:p>
          <a:p>
            <a:pPr algn="l"/>
            <a:r>
              <a:rPr lang="en-US" sz="1200" dirty="0"/>
              <a:t>1. </a:t>
            </a:r>
            <a:r>
              <a:rPr lang="en-US" sz="1200" dirty="0" err="1"/>
              <a:t>Dijalankan</a:t>
            </a:r>
            <a:r>
              <a:rPr lang="en-US" sz="1200" dirty="0"/>
              <a:t> </a:t>
            </a:r>
            <a:r>
              <a:rPr lang="en-US" sz="1200" dirty="0" err="1"/>
              <a:t>setiap</a:t>
            </a:r>
            <a:r>
              <a:rPr lang="en-US" sz="1200" dirty="0"/>
              <a:t> kali </a:t>
            </a:r>
            <a:r>
              <a:rPr lang="en-US" sz="1200" dirty="0" err="1"/>
              <a:t>ada</a:t>
            </a:r>
            <a:r>
              <a:rPr lang="en-US" sz="1200" dirty="0"/>
              <a:t> Pull Request </a:t>
            </a:r>
            <a:r>
              <a:rPr lang="en-US" sz="1200" dirty="0" err="1"/>
              <a:t>ke</a:t>
            </a:r>
            <a:r>
              <a:rPr lang="en-US" sz="1200" dirty="0"/>
              <a:t> main</a:t>
            </a:r>
          </a:p>
          <a:p>
            <a:pPr algn="l"/>
            <a:r>
              <a:rPr lang="en-US" sz="1200" dirty="0"/>
              <a:t>2. </a:t>
            </a:r>
            <a:r>
              <a:rPr lang="en-US" sz="1200" dirty="0" err="1"/>
              <a:t>Menjalankan</a:t>
            </a:r>
            <a:r>
              <a:rPr lang="en-US" sz="1200" dirty="0"/>
              <a:t> </a:t>
            </a:r>
            <a:r>
              <a:rPr lang="en-US" sz="1200" dirty="0" err="1"/>
              <a:t>validasi</a:t>
            </a:r>
            <a:r>
              <a:rPr lang="en-US" sz="1200" dirty="0"/>
              <a:t> </a:t>
            </a:r>
            <a:r>
              <a:rPr lang="en-US" sz="1200" dirty="0" err="1"/>
              <a:t>kode</a:t>
            </a:r>
            <a:r>
              <a:rPr lang="en-US" sz="1200" dirty="0"/>
              <a:t> HTML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HTMLHint</a:t>
            </a:r>
            <a:endParaRPr lang="en-US" sz="1200" dirty="0"/>
          </a:p>
          <a:p>
            <a:pPr algn="l"/>
            <a:r>
              <a:rPr lang="en-US" sz="1200" dirty="0"/>
              <a:t>3. </a:t>
            </a:r>
            <a:r>
              <a:rPr lang="en-US" sz="1200" dirty="0" err="1"/>
              <a:t>Menjalankan</a:t>
            </a:r>
            <a:r>
              <a:rPr lang="en-US" sz="1200" dirty="0"/>
              <a:t> </a:t>
            </a:r>
            <a:r>
              <a:rPr lang="en-US" sz="1200" dirty="0" err="1"/>
              <a:t>validasi</a:t>
            </a:r>
            <a:r>
              <a:rPr lang="en-US" sz="1200" dirty="0"/>
              <a:t> CSS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Stylelint</a:t>
            </a:r>
            <a:endParaRPr lang="en-US" sz="1200" dirty="0"/>
          </a:p>
          <a:p>
            <a:pPr algn="l"/>
            <a:r>
              <a:rPr lang="en-US" sz="1200" dirty="0"/>
              <a:t>4. Jika </a:t>
            </a:r>
            <a:r>
              <a:rPr lang="en-US" sz="1200" dirty="0" err="1"/>
              <a:t>ada</a:t>
            </a:r>
            <a:r>
              <a:rPr lang="en-US" sz="1200" dirty="0"/>
              <a:t> error, GitHub </a:t>
            </a:r>
            <a:r>
              <a:rPr lang="en-US" sz="1200" dirty="0" err="1"/>
              <a:t>akan</a:t>
            </a:r>
            <a:r>
              <a:rPr lang="en-US" sz="1200" dirty="0"/>
              <a:t> </a:t>
            </a:r>
            <a:r>
              <a:rPr lang="en-US" sz="1200" dirty="0" err="1"/>
              <a:t>memblokir</a:t>
            </a:r>
            <a:r>
              <a:rPr lang="en-US" sz="1200" dirty="0"/>
              <a:t> merge </a:t>
            </a:r>
            <a:r>
              <a:rPr lang="en-US" sz="1200" dirty="0" err="1"/>
              <a:t>hingga</a:t>
            </a:r>
            <a:r>
              <a:rPr lang="en-US" sz="1200" dirty="0"/>
              <a:t> error </a:t>
            </a:r>
            <a:r>
              <a:rPr lang="en-US" sz="1200" dirty="0" err="1"/>
              <a:t>diperbaiki</a:t>
            </a:r>
            <a:endParaRPr lang="en-US" sz="1200" dirty="0"/>
          </a:p>
          <a:p>
            <a:pPr algn="l"/>
            <a:endParaRPr lang="en-US" sz="1200" dirty="0"/>
          </a:p>
          <a:p>
            <a:pPr algn="l"/>
            <a:r>
              <a:rPr lang="en-US" sz="1200" dirty="0"/>
              <a:t>Hasil yang </a:t>
            </a:r>
            <a:r>
              <a:rPr lang="en-US" sz="1200" dirty="0" err="1"/>
              <a:t>didapat</a:t>
            </a:r>
            <a:r>
              <a:rPr lang="en-US" sz="1200" dirty="0"/>
              <a:t>:</a:t>
            </a:r>
          </a:p>
          <a:p>
            <a:pPr algn="l"/>
            <a:r>
              <a:rPr lang="en-US" sz="1200" dirty="0"/>
              <a:t>1. Jika </a:t>
            </a:r>
            <a:r>
              <a:rPr lang="en-US" sz="1200" dirty="0" err="1"/>
              <a:t>semua</a:t>
            </a:r>
            <a:r>
              <a:rPr lang="en-US" sz="1200" dirty="0"/>
              <a:t> </a:t>
            </a:r>
            <a:r>
              <a:rPr lang="en-US" sz="1200" dirty="0" err="1"/>
              <a:t>tes</a:t>
            </a:r>
            <a:r>
              <a:rPr lang="en-US" sz="1200" dirty="0"/>
              <a:t> </a:t>
            </a:r>
            <a:r>
              <a:rPr lang="en-US" sz="1200" dirty="0" err="1"/>
              <a:t>berhasil</a:t>
            </a:r>
            <a:r>
              <a:rPr lang="en-US" sz="1200" dirty="0"/>
              <a:t>, merge </a:t>
            </a:r>
            <a:r>
              <a:rPr lang="en-US" sz="1200" dirty="0" err="1"/>
              <a:t>diizinkan</a:t>
            </a:r>
            <a:r>
              <a:rPr lang="en-US" sz="1200" dirty="0"/>
              <a:t> ✅</a:t>
            </a:r>
          </a:p>
          <a:p>
            <a:pPr algn="l"/>
            <a:r>
              <a:rPr lang="en-US" sz="1200" dirty="0"/>
              <a:t>2. Jika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kesalahan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kode</a:t>
            </a:r>
            <a:r>
              <a:rPr lang="en-US" sz="1200" dirty="0"/>
              <a:t> HTML </a:t>
            </a:r>
            <a:r>
              <a:rPr lang="en-US" sz="1200" dirty="0" err="1"/>
              <a:t>atau</a:t>
            </a:r>
            <a:r>
              <a:rPr lang="en-US" sz="1200" dirty="0"/>
              <a:t> CSS, merge </a:t>
            </a:r>
            <a:r>
              <a:rPr lang="en-US" sz="1200" dirty="0" err="1"/>
              <a:t>dicegah</a:t>
            </a:r>
            <a:r>
              <a:rPr lang="en-US" sz="1200" dirty="0"/>
              <a:t> ❌</a:t>
            </a:r>
          </a:p>
        </p:txBody>
      </p:sp>
    </p:spTree>
    <p:extLst>
      <p:ext uri="{BB962C8B-B14F-4D97-AF65-F5344CB8AC3E}">
        <p14:creationId xmlns:p14="http://schemas.microsoft.com/office/powerpoint/2010/main" val="29644907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74543A3-A871-44B0-9BA4-4FD784D7E9E8}"/>
              </a:ext>
            </a:extLst>
          </p:cNvPr>
          <p:cNvSpPr/>
          <p:nvPr/>
        </p:nvSpPr>
        <p:spPr>
          <a:xfrm>
            <a:off x="0" y="0"/>
            <a:ext cx="12221029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CAC578A-623B-41C0-8387-AB22C806A2B7}"/>
              </a:ext>
            </a:extLst>
          </p:cNvPr>
          <p:cNvGrpSpPr/>
          <p:nvPr/>
        </p:nvGrpSpPr>
        <p:grpSpPr>
          <a:xfrm>
            <a:off x="0" y="-517755"/>
            <a:ext cx="1755820" cy="324896"/>
            <a:chOff x="869452" y="-3368162"/>
            <a:chExt cx="7810998" cy="144534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3FDD55A-FD41-4EEF-8D26-D607C54C3480}"/>
                </a:ext>
              </a:extLst>
            </p:cNvPr>
            <p:cNvSpPr/>
            <p:nvPr/>
          </p:nvSpPr>
          <p:spPr>
            <a:xfrm>
              <a:off x="869452" y="-3368162"/>
              <a:ext cx="1445342" cy="1445342"/>
            </a:xfrm>
            <a:prstGeom prst="ellipse">
              <a:avLst/>
            </a:prstGeom>
            <a:solidFill>
              <a:srgbClr val="0024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F0F404-F52F-4C73-915C-443CE0CCF829}"/>
                </a:ext>
              </a:extLst>
            </p:cNvPr>
            <p:cNvSpPr/>
            <p:nvPr/>
          </p:nvSpPr>
          <p:spPr>
            <a:xfrm>
              <a:off x="2991337" y="-3368162"/>
              <a:ext cx="1445342" cy="1445342"/>
            </a:xfrm>
            <a:prstGeom prst="ellipse">
              <a:avLst/>
            </a:prstGeom>
            <a:solidFill>
              <a:srgbClr val="0681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86CA48B-058D-47D5-9F18-B2CA3C3163D2}"/>
                </a:ext>
              </a:extLst>
            </p:cNvPr>
            <p:cNvSpPr/>
            <p:nvPr/>
          </p:nvSpPr>
          <p:spPr>
            <a:xfrm>
              <a:off x="5113222" y="-3368162"/>
              <a:ext cx="1445342" cy="1445342"/>
            </a:xfrm>
            <a:prstGeom prst="ellipse">
              <a:avLst/>
            </a:prstGeom>
            <a:solidFill>
              <a:srgbClr val="45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61868D8-0184-4920-939A-C9635B155BE5}"/>
                </a:ext>
              </a:extLst>
            </p:cNvPr>
            <p:cNvSpPr/>
            <p:nvPr/>
          </p:nvSpPr>
          <p:spPr>
            <a:xfrm>
              <a:off x="7235108" y="-3368162"/>
              <a:ext cx="1445342" cy="1445342"/>
            </a:xfrm>
            <a:prstGeom prst="ellipse">
              <a:avLst/>
            </a:prstGeom>
            <a:solidFill>
              <a:srgbClr val="BDE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8E650D7-8B00-4A62-A325-F03F3DB889B5}"/>
              </a:ext>
            </a:extLst>
          </p:cNvPr>
          <p:cNvGrpSpPr/>
          <p:nvPr/>
        </p:nvGrpSpPr>
        <p:grpSpPr>
          <a:xfrm>
            <a:off x="2577983" y="2598792"/>
            <a:ext cx="7065062" cy="1099997"/>
            <a:chOff x="2558933" y="3144460"/>
            <a:chExt cx="7065062" cy="1099997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4A23744-D77C-42C9-9123-02987EB3A91C}"/>
                </a:ext>
              </a:extLst>
            </p:cNvPr>
            <p:cNvSpPr txBox="1"/>
            <p:nvPr/>
          </p:nvSpPr>
          <p:spPr>
            <a:xfrm>
              <a:off x="2558933" y="3144460"/>
              <a:ext cx="706506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spc="300">
                  <a:solidFill>
                    <a:schemeClr val="bg1"/>
                  </a:solidFill>
                  <a:latin typeface="+mj-lt"/>
                </a:rPr>
                <a:t>TERIMA KASIH </a:t>
              </a:r>
              <a:endParaRPr lang="en-US" sz="6000" b="1" i="1" spc="300">
                <a:solidFill>
                  <a:schemeClr val="bg1"/>
                </a:solidFill>
                <a:latin typeface="+mj-lt"/>
              </a:endParaRP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3D017D1-9B42-4963-8502-47952533B93E}"/>
                </a:ext>
              </a:extLst>
            </p:cNvPr>
            <p:cNvCxnSpPr/>
            <p:nvPr/>
          </p:nvCxnSpPr>
          <p:spPr>
            <a:xfrm>
              <a:off x="3951375" y="4244457"/>
              <a:ext cx="425114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Freeform 9">
            <a:extLst>
              <a:ext uri="{FF2B5EF4-FFF2-40B4-BE49-F238E27FC236}">
                <a16:creationId xmlns:a16="http://schemas.microsoft.com/office/drawing/2014/main" id="{A58753A7-50CE-43FD-8337-9B132EAD17C5}"/>
              </a:ext>
            </a:extLst>
          </p:cNvPr>
          <p:cNvSpPr>
            <a:spLocks/>
          </p:cNvSpPr>
          <p:nvPr/>
        </p:nvSpPr>
        <p:spPr bwMode="auto">
          <a:xfrm rot="10800000">
            <a:off x="1" y="4227519"/>
            <a:ext cx="5268035" cy="2630478"/>
          </a:xfrm>
          <a:custGeom>
            <a:avLst/>
            <a:gdLst>
              <a:gd name="T0" fmla="*/ 0 w 7680"/>
              <a:gd name="T1" fmla="*/ 0 h 1850"/>
              <a:gd name="T2" fmla="*/ 2319 w 7680"/>
              <a:gd name="T3" fmla="*/ 713 h 1850"/>
              <a:gd name="T4" fmla="*/ 7680 w 7680"/>
              <a:gd name="T5" fmla="*/ 1850 h 1850"/>
              <a:gd name="T6" fmla="*/ 7680 w 7680"/>
              <a:gd name="T7" fmla="*/ 0 h 1850"/>
              <a:gd name="T8" fmla="*/ 0 w 7680"/>
              <a:gd name="T9" fmla="*/ 0 h 1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0" h="1850">
                <a:moveTo>
                  <a:pt x="0" y="0"/>
                </a:moveTo>
                <a:cubicBezTo>
                  <a:pt x="0" y="0"/>
                  <a:pt x="649" y="713"/>
                  <a:pt x="2319" y="713"/>
                </a:cubicBezTo>
                <a:cubicBezTo>
                  <a:pt x="5172" y="713"/>
                  <a:pt x="4900" y="1850"/>
                  <a:pt x="7680" y="1850"/>
                </a:cubicBezTo>
                <a:cubicBezTo>
                  <a:pt x="7680" y="0"/>
                  <a:pt x="7680" y="0"/>
                  <a:pt x="7680" y="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1000"/>
                </a:schemeClr>
              </a:gs>
              <a:gs pos="84000">
                <a:schemeClr val="bg1">
                  <a:alpha val="21000"/>
                </a:schemeClr>
              </a:gs>
            </a:gsLst>
            <a:lin ang="8400000" scaled="0"/>
            <a:tileRect/>
          </a:gra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Freeform 33">
            <a:extLst>
              <a:ext uri="{FF2B5EF4-FFF2-40B4-BE49-F238E27FC236}">
                <a16:creationId xmlns:a16="http://schemas.microsoft.com/office/drawing/2014/main" id="{07C6DBF7-4EAC-4C73-BCA0-558E28AC9512}"/>
              </a:ext>
            </a:extLst>
          </p:cNvPr>
          <p:cNvSpPr/>
          <p:nvPr/>
        </p:nvSpPr>
        <p:spPr>
          <a:xfrm>
            <a:off x="2548196" y="1329915"/>
            <a:ext cx="292461" cy="292461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17B5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33">
            <a:extLst>
              <a:ext uri="{FF2B5EF4-FFF2-40B4-BE49-F238E27FC236}">
                <a16:creationId xmlns:a16="http://schemas.microsoft.com/office/drawing/2014/main" id="{7960A2DB-0763-4BBE-9597-92F9A345804E}"/>
              </a:ext>
            </a:extLst>
          </p:cNvPr>
          <p:cNvSpPr/>
          <p:nvPr/>
        </p:nvSpPr>
        <p:spPr>
          <a:xfrm>
            <a:off x="9467864" y="5304529"/>
            <a:ext cx="292461" cy="292461"/>
          </a:xfrm>
          <a:custGeom>
            <a:avLst/>
            <a:gdLst>
              <a:gd name="connsiteX0" fmla="*/ 0 w 350520"/>
              <a:gd name="connsiteY0" fmla="*/ 211455 h 350520"/>
              <a:gd name="connsiteX1" fmla="*/ 0 w 350520"/>
              <a:gd name="connsiteY1" fmla="*/ 139065 h 350520"/>
              <a:gd name="connsiteX2" fmla="*/ 139065 w 350520"/>
              <a:gd name="connsiteY2" fmla="*/ 139065 h 350520"/>
              <a:gd name="connsiteX3" fmla="*/ 139065 w 350520"/>
              <a:gd name="connsiteY3" fmla="*/ 0 h 350520"/>
              <a:gd name="connsiteX4" fmla="*/ 211455 w 350520"/>
              <a:gd name="connsiteY4" fmla="*/ 0 h 350520"/>
              <a:gd name="connsiteX5" fmla="*/ 211455 w 350520"/>
              <a:gd name="connsiteY5" fmla="*/ 139065 h 350520"/>
              <a:gd name="connsiteX6" fmla="*/ 350520 w 350520"/>
              <a:gd name="connsiteY6" fmla="*/ 139065 h 350520"/>
              <a:gd name="connsiteX7" fmla="*/ 350520 w 350520"/>
              <a:gd name="connsiteY7" fmla="*/ 211455 h 350520"/>
              <a:gd name="connsiteX8" fmla="*/ 211455 w 350520"/>
              <a:gd name="connsiteY8" fmla="*/ 211455 h 350520"/>
              <a:gd name="connsiteX9" fmla="*/ 211455 w 350520"/>
              <a:gd name="connsiteY9" fmla="*/ 350520 h 350520"/>
              <a:gd name="connsiteX10" fmla="*/ 139065 w 350520"/>
              <a:gd name="connsiteY10" fmla="*/ 350520 h 350520"/>
              <a:gd name="connsiteX11" fmla="*/ 139065 w 350520"/>
              <a:gd name="connsiteY11" fmla="*/ 211455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520" h="350520">
                <a:moveTo>
                  <a:pt x="0" y="211455"/>
                </a:moveTo>
                <a:lnTo>
                  <a:pt x="0" y="139065"/>
                </a:lnTo>
                <a:lnTo>
                  <a:pt x="139065" y="139065"/>
                </a:lnTo>
                <a:lnTo>
                  <a:pt x="139065" y="0"/>
                </a:lnTo>
                <a:lnTo>
                  <a:pt x="211455" y="0"/>
                </a:lnTo>
                <a:lnTo>
                  <a:pt x="211455" y="139065"/>
                </a:lnTo>
                <a:lnTo>
                  <a:pt x="350520" y="139065"/>
                </a:lnTo>
                <a:lnTo>
                  <a:pt x="350520" y="211455"/>
                </a:lnTo>
                <a:lnTo>
                  <a:pt x="211455" y="211455"/>
                </a:lnTo>
                <a:lnTo>
                  <a:pt x="211455" y="350520"/>
                </a:lnTo>
                <a:lnTo>
                  <a:pt x="139065" y="350520"/>
                </a:lnTo>
                <a:lnTo>
                  <a:pt x="139065" y="211455"/>
                </a:lnTo>
                <a:close/>
              </a:path>
            </a:pathLst>
          </a:custGeom>
          <a:solidFill>
            <a:srgbClr val="9ADD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6BDE48DF-D734-4F53-A2C2-378A5F32A78A}"/>
              </a:ext>
            </a:extLst>
          </p:cNvPr>
          <p:cNvSpPr>
            <a:spLocks/>
          </p:cNvSpPr>
          <p:nvPr/>
        </p:nvSpPr>
        <p:spPr bwMode="auto">
          <a:xfrm>
            <a:off x="7050921" y="1"/>
            <a:ext cx="5170108" cy="2581581"/>
          </a:xfrm>
          <a:custGeom>
            <a:avLst/>
            <a:gdLst>
              <a:gd name="T0" fmla="*/ 0 w 7680"/>
              <a:gd name="T1" fmla="*/ 0 h 1850"/>
              <a:gd name="T2" fmla="*/ 2319 w 7680"/>
              <a:gd name="T3" fmla="*/ 713 h 1850"/>
              <a:gd name="T4" fmla="*/ 7680 w 7680"/>
              <a:gd name="T5" fmla="*/ 1850 h 1850"/>
              <a:gd name="T6" fmla="*/ 7680 w 7680"/>
              <a:gd name="T7" fmla="*/ 0 h 1850"/>
              <a:gd name="T8" fmla="*/ 0 w 7680"/>
              <a:gd name="T9" fmla="*/ 0 h 1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0" h="1850">
                <a:moveTo>
                  <a:pt x="0" y="0"/>
                </a:moveTo>
                <a:cubicBezTo>
                  <a:pt x="0" y="0"/>
                  <a:pt x="649" y="713"/>
                  <a:pt x="2319" y="713"/>
                </a:cubicBezTo>
                <a:cubicBezTo>
                  <a:pt x="5172" y="713"/>
                  <a:pt x="4900" y="1850"/>
                  <a:pt x="7680" y="1850"/>
                </a:cubicBezTo>
                <a:cubicBezTo>
                  <a:pt x="7680" y="0"/>
                  <a:pt x="7680" y="0"/>
                  <a:pt x="768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BC6E4BC8-5F11-4E8D-8595-516481D80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3" y="5732585"/>
            <a:ext cx="1125415" cy="112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589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egoe UI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1C79B0"/>
        </a:solidFill>
        <a:ln w="6350" cap="flat">
          <a:noFill/>
          <a:prstDash val="solid"/>
          <a:miter lim="800000"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3850</TotalTime>
  <Words>755</Words>
  <Application>Microsoft Office PowerPoint</Application>
  <PresentationFormat>Widescreen</PresentationFormat>
  <Paragraphs>162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Google Sans</vt:lpstr>
      <vt:lpstr>Inter</vt:lpstr>
      <vt:lpstr>Segoe UI</vt:lpstr>
      <vt:lpstr>Segoe UI Light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Mutia Rahmi Dewi</cp:lastModifiedBy>
  <cp:revision>108</cp:revision>
  <dcterms:created xsi:type="dcterms:W3CDTF">2017-07-24T08:48:28Z</dcterms:created>
  <dcterms:modified xsi:type="dcterms:W3CDTF">2025-03-06T02:55:33Z</dcterms:modified>
</cp:coreProperties>
</file>